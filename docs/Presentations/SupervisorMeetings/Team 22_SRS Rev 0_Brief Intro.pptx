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2"/>
  </p:notesMasterIdLst>
  <p:sldIdLst>
    <p:sldId id="256" r:id="rId2"/>
    <p:sldId id="257" r:id="rId3"/>
    <p:sldId id="262" r:id="rId4"/>
    <p:sldId id="259" r:id="rId5"/>
    <p:sldId id="347" r:id="rId6"/>
    <p:sldId id="348" r:id="rId7"/>
    <p:sldId id="349" r:id="rId8"/>
    <p:sldId id="350" r:id="rId9"/>
    <p:sldId id="352" r:id="rId10"/>
    <p:sldId id="351" r:id="rId11"/>
  </p:sldIdLst>
  <p:sldSz cx="9144000" cy="5143500" type="screen16x9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Vidaloka" panose="020B060402020202020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D84C13-E43C-4C58-BBF5-A1A6AE6BA4A7}" v="271" dt="2025-10-30T04:44:58.926"/>
  </p1510:revLst>
</p1510:revInfo>
</file>

<file path=ppt/tableStyles.xml><?xml version="1.0" encoding="utf-8"?>
<a:tblStyleLst xmlns:a="http://schemas.openxmlformats.org/drawingml/2006/main" def="{230FCFFC-949E-4C13-9788-3FCF3B533DA8}">
  <a:tblStyle styleId="{230FCFFC-949E-4C13-9788-3FCF3B533D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578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waal Fatima" userId="273c52e4-34a5-484d-bce1-839df0cb9e4b" providerId="ADAL" clId="{70061ACD-67AF-4674-B815-D2C9B1FEB4E9}"/>
    <pc:docChg chg="undo custSel addSld delSld modSld sldOrd delMainMaster">
      <pc:chgData name="Nawaal Fatima" userId="273c52e4-34a5-484d-bce1-839df0cb9e4b" providerId="ADAL" clId="{70061ACD-67AF-4674-B815-D2C9B1FEB4E9}" dt="2025-10-30T04:45:42.265" v="754" actId="1076"/>
      <pc:docMkLst>
        <pc:docMk/>
      </pc:docMkLst>
      <pc:sldChg chg="modSp mod modAnim">
        <pc:chgData name="Nawaal Fatima" userId="273c52e4-34a5-484d-bce1-839df0cb9e4b" providerId="ADAL" clId="{70061ACD-67AF-4674-B815-D2C9B1FEB4E9}" dt="2025-10-30T04:44:40.665" v="749"/>
        <pc:sldMkLst>
          <pc:docMk/>
          <pc:sldMk cId="0" sldId="256"/>
        </pc:sldMkLst>
        <pc:spChg chg="mod">
          <ac:chgData name="Nawaal Fatima" userId="273c52e4-34a5-484d-bce1-839df0cb9e4b" providerId="ADAL" clId="{70061ACD-67AF-4674-B815-D2C9B1FEB4E9}" dt="2025-10-30T04:32:48.597" v="598" actId="1076"/>
          <ac:spMkLst>
            <pc:docMk/>
            <pc:sldMk cId="0" sldId="256"/>
            <ac:spMk id="488" creationId="{00000000-0000-0000-0000-000000000000}"/>
          </ac:spMkLst>
        </pc:spChg>
        <pc:spChg chg="mod">
          <ac:chgData name="Nawaal Fatima" userId="273c52e4-34a5-484d-bce1-839df0cb9e4b" providerId="ADAL" clId="{70061ACD-67AF-4674-B815-D2C9B1FEB4E9}" dt="2025-10-30T04:32:53.487" v="608" actId="20577"/>
          <ac:spMkLst>
            <pc:docMk/>
            <pc:sldMk cId="0" sldId="256"/>
            <ac:spMk id="489" creationId="{00000000-0000-0000-0000-000000000000}"/>
          </ac:spMkLst>
        </pc:spChg>
      </pc:sldChg>
      <pc:sldChg chg="modSp mod">
        <pc:chgData name="Nawaal Fatima" userId="273c52e4-34a5-484d-bce1-839df0cb9e4b" providerId="ADAL" clId="{70061ACD-67AF-4674-B815-D2C9B1FEB4E9}" dt="2025-10-30T04:38:57.287" v="648" actId="108"/>
        <pc:sldMkLst>
          <pc:docMk/>
          <pc:sldMk cId="0" sldId="257"/>
        </pc:sldMkLst>
        <pc:spChg chg="mod">
          <ac:chgData name="Nawaal Fatima" userId="273c52e4-34a5-484d-bce1-839df0cb9e4b" providerId="ADAL" clId="{70061ACD-67AF-4674-B815-D2C9B1FEB4E9}" dt="2025-10-30T04:38:57.287" v="648" actId="108"/>
          <ac:spMkLst>
            <pc:docMk/>
            <pc:sldMk cId="0" sldId="257"/>
            <ac:spMk id="495" creationId="{00000000-0000-0000-0000-000000000000}"/>
          </ac:spMkLst>
        </pc:spChg>
      </pc:sldChg>
      <pc:sldChg chg="modSp del mod">
        <pc:chgData name="Nawaal Fatima" userId="273c52e4-34a5-484d-bce1-839df0cb9e4b" providerId="ADAL" clId="{70061ACD-67AF-4674-B815-D2C9B1FEB4E9}" dt="2025-10-30T04:04:41.387" v="466" actId="47"/>
        <pc:sldMkLst>
          <pc:docMk/>
          <pc:sldMk cId="0" sldId="258"/>
        </pc:sldMkLst>
        <pc:spChg chg="mod">
          <ac:chgData name="Nawaal Fatima" userId="273c52e4-34a5-484d-bce1-839df0cb9e4b" providerId="ADAL" clId="{70061ACD-67AF-4674-B815-D2C9B1FEB4E9}" dt="2025-10-30T03:54:21.365" v="384" actId="20577"/>
          <ac:spMkLst>
            <pc:docMk/>
            <pc:sldMk cId="0" sldId="258"/>
            <ac:spMk id="500" creationId="{00000000-0000-0000-0000-000000000000}"/>
          </ac:spMkLst>
        </pc:spChg>
      </pc:sldChg>
      <pc:sldChg chg="addSp delSp modSp mod ord delAnim modAnim modNotes">
        <pc:chgData name="Nawaal Fatima" userId="273c52e4-34a5-484d-bce1-839df0cb9e4b" providerId="ADAL" clId="{70061ACD-67AF-4674-B815-D2C9B1FEB4E9}" dt="2025-10-30T04:44:45.999" v="750"/>
        <pc:sldMkLst>
          <pc:docMk/>
          <pc:sldMk cId="0" sldId="259"/>
        </pc:sldMkLst>
        <pc:spChg chg="add mod">
          <ac:chgData name="Nawaal Fatima" userId="273c52e4-34a5-484d-bce1-839df0cb9e4b" providerId="ADAL" clId="{70061ACD-67AF-4674-B815-D2C9B1FEB4E9}" dt="2025-10-30T03:49:47.998" v="264" actId="478"/>
          <ac:spMkLst>
            <pc:docMk/>
            <pc:sldMk cId="0" sldId="259"/>
            <ac:spMk id="3" creationId="{3D1AB2BA-C4C2-AF1A-3BC3-985920009FD8}"/>
          </ac:spMkLst>
        </pc:spChg>
        <pc:spChg chg="del">
          <ac:chgData name="Nawaal Fatima" userId="273c52e4-34a5-484d-bce1-839df0cb9e4b" providerId="ADAL" clId="{70061ACD-67AF-4674-B815-D2C9B1FEB4E9}" dt="2025-10-30T03:50:06.216" v="266" actId="478"/>
          <ac:spMkLst>
            <pc:docMk/>
            <pc:sldMk cId="0" sldId="259"/>
            <ac:spMk id="5" creationId="{63D03E12-EFC0-E060-5B71-028940EFCB55}"/>
          </ac:spMkLst>
        </pc:spChg>
        <pc:spChg chg="add del mod">
          <ac:chgData name="Nawaal Fatima" userId="273c52e4-34a5-484d-bce1-839df0cb9e4b" providerId="ADAL" clId="{70061ACD-67AF-4674-B815-D2C9B1FEB4E9}" dt="2025-10-30T03:50:06.216" v="266" actId="478"/>
          <ac:spMkLst>
            <pc:docMk/>
            <pc:sldMk cId="0" sldId="259"/>
            <ac:spMk id="7" creationId="{E1A2AFBB-5759-F4F0-BA62-90B694728A05}"/>
          </ac:spMkLst>
        </pc:spChg>
        <pc:spChg chg="del">
          <ac:chgData name="Nawaal Fatima" userId="273c52e4-34a5-484d-bce1-839df0cb9e4b" providerId="ADAL" clId="{70061ACD-67AF-4674-B815-D2C9B1FEB4E9}" dt="2025-10-30T03:50:06.216" v="266" actId="478"/>
          <ac:spMkLst>
            <pc:docMk/>
            <pc:sldMk cId="0" sldId="259"/>
            <ac:spMk id="9" creationId="{E93CFB6A-8186-D1B4-4447-887822066EAF}"/>
          </ac:spMkLst>
        </pc:spChg>
        <pc:spChg chg="del">
          <ac:chgData name="Nawaal Fatima" userId="273c52e4-34a5-484d-bce1-839df0cb9e4b" providerId="ADAL" clId="{70061ACD-67AF-4674-B815-D2C9B1FEB4E9}" dt="2025-10-30T03:50:06.216" v="266" actId="478"/>
          <ac:spMkLst>
            <pc:docMk/>
            <pc:sldMk cId="0" sldId="259"/>
            <ac:spMk id="11" creationId="{B1C07D93-0011-4417-ECDE-87E4C4A0D67C}"/>
          </ac:spMkLst>
        </pc:spChg>
        <pc:spChg chg="del">
          <ac:chgData name="Nawaal Fatima" userId="273c52e4-34a5-484d-bce1-839df0cb9e4b" providerId="ADAL" clId="{70061ACD-67AF-4674-B815-D2C9B1FEB4E9}" dt="2025-10-30T03:50:06.216" v="266" actId="478"/>
          <ac:spMkLst>
            <pc:docMk/>
            <pc:sldMk cId="0" sldId="259"/>
            <ac:spMk id="13" creationId="{54D259CE-F96C-3547-A608-9B1DBB8C687A}"/>
          </ac:spMkLst>
        </pc:spChg>
        <pc:spChg chg="del">
          <ac:chgData name="Nawaal Fatima" userId="273c52e4-34a5-484d-bce1-839df0cb9e4b" providerId="ADAL" clId="{70061ACD-67AF-4674-B815-D2C9B1FEB4E9}" dt="2025-10-30T03:50:06.216" v="266" actId="478"/>
          <ac:spMkLst>
            <pc:docMk/>
            <pc:sldMk cId="0" sldId="259"/>
            <ac:spMk id="15" creationId="{FD00CC02-EFA9-F469-BB2B-34B9E166620F}"/>
          </ac:spMkLst>
        </pc:spChg>
        <pc:spChg chg="add del mod">
          <ac:chgData name="Nawaal Fatima" userId="273c52e4-34a5-484d-bce1-839df0cb9e4b" providerId="ADAL" clId="{70061ACD-67AF-4674-B815-D2C9B1FEB4E9}" dt="2025-10-30T03:50:06.216" v="266" actId="478"/>
          <ac:spMkLst>
            <pc:docMk/>
            <pc:sldMk cId="0" sldId="259"/>
            <ac:spMk id="19" creationId="{E9619FCD-3B6D-321F-DE19-9395666491CC}"/>
          </ac:spMkLst>
        </pc:spChg>
        <pc:spChg chg="add del mod">
          <ac:chgData name="Nawaal Fatima" userId="273c52e4-34a5-484d-bce1-839df0cb9e4b" providerId="ADAL" clId="{70061ACD-67AF-4674-B815-D2C9B1FEB4E9}" dt="2025-10-30T03:50:06.216" v="266" actId="478"/>
          <ac:spMkLst>
            <pc:docMk/>
            <pc:sldMk cId="0" sldId="259"/>
            <ac:spMk id="21" creationId="{59C3B413-A919-E8EA-8FBA-CE1813950A87}"/>
          </ac:spMkLst>
        </pc:spChg>
        <pc:spChg chg="add del mod">
          <ac:chgData name="Nawaal Fatima" userId="273c52e4-34a5-484d-bce1-839df0cb9e4b" providerId="ADAL" clId="{70061ACD-67AF-4674-B815-D2C9B1FEB4E9}" dt="2025-10-30T03:50:06.216" v="266" actId="478"/>
          <ac:spMkLst>
            <pc:docMk/>
            <pc:sldMk cId="0" sldId="259"/>
            <ac:spMk id="23" creationId="{0CF347ED-E5B9-4FB7-9769-4A61CA0A7037}"/>
          </ac:spMkLst>
        </pc:spChg>
        <pc:spChg chg="del">
          <ac:chgData name="Nawaal Fatima" userId="273c52e4-34a5-484d-bce1-839df0cb9e4b" providerId="ADAL" clId="{70061ACD-67AF-4674-B815-D2C9B1FEB4E9}" dt="2025-10-30T03:50:06.216" v="266" actId="478"/>
          <ac:spMkLst>
            <pc:docMk/>
            <pc:sldMk cId="0" sldId="259"/>
            <ac:spMk id="25" creationId="{2A0FB645-83F8-27F6-4132-EC90BB642A46}"/>
          </ac:spMkLst>
        </pc:spChg>
        <pc:spChg chg="mod">
          <ac:chgData name="Nawaal Fatima" userId="273c52e4-34a5-484d-bce1-839df0cb9e4b" providerId="ADAL" clId="{70061ACD-67AF-4674-B815-D2C9B1FEB4E9}" dt="2025-10-30T03:52:40.823" v="345" actId="1076"/>
          <ac:spMkLst>
            <pc:docMk/>
            <pc:sldMk cId="0" sldId="259"/>
            <ac:spMk id="518" creationId="{00000000-0000-0000-0000-000000000000}"/>
          </ac:spMkLst>
        </pc:spChg>
        <pc:spChg chg="mod">
          <ac:chgData name="Nawaal Fatima" userId="273c52e4-34a5-484d-bce1-839df0cb9e4b" providerId="ADAL" clId="{70061ACD-67AF-4674-B815-D2C9B1FEB4E9}" dt="2025-10-30T03:52:45.402" v="347" actId="1076"/>
          <ac:spMkLst>
            <pc:docMk/>
            <pc:sldMk cId="0" sldId="259"/>
            <ac:spMk id="519" creationId="{00000000-0000-0000-0000-000000000000}"/>
          </ac:spMkLst>
        </pc:spChg>
        <pc:spChg chg="del">
          <ac:chgData name="Nawaal Fatima" userId="273c52e4-34a5-484d-bce1-839df0cb9e4b" providerId="ADAL" clId="{70061ACD-67AF-4674-B815-D2C9B1FEB4E9}" dt="2025-10-30T03:49:59.127" v="265" actId="478"/>
          <ac:spMkLst>
            <pc:docMk/>
            <pc:sldMk cId="0" sldId="259"/>
            <ac:spMk id="521" creationId="{00000000-0000-0000-0000-000000000000}"/>
          </ac:spMkLst>
        </pc:spChg>
        <pc:spChg chg="del">
          <ac:chgData name="Nawaal Fatima" userId="273c52e4-34a5-484d-bce1-839df0cb9e4b" providerId="ADAL" clId="{70061ACD-67AF-4674-B815-D2C9B1FEB4E9}" dt="2025-10-30T03:49:47.998" v="264" actId="478"/>
          <ac:spMkLst>
            <pc:docMk/>
            <pc:sldMk cId="0" sldId="259"/>
            <ac:spMk id="522" creationId="{00000000-0000-0000-0000-000000000000}"/>
          </ac:spMkLst>
        </pc:spChg>
        <pc:spChg chg="mod">
          <ac:chgData name="Nawaal Fatima" userId="273c52e4-34a5-484d-bce1-839df0cb9e4b" providerId="ADAL" clId="{70061ACD-67AF-4674-B815-D2C9B1FEB4E9}" dt="2025-10-30T03:52:42.867" v="346" actId="1076"/>
          <ac:spMkLst>
            <pc:docMk/>
            <pc:sldMk cId="0" sldId="259"/>
            <ac:spMk id="524" creationId="{00000000-0000-0000-0000-000000000000}"/>
          </ac:spMkLst>
        </pc:spChg>
        <pc:spChg chg="del">
          <ac:chgData name="Nawaal Fatima" userId="273c52e4-34a5-484d-bce1-839df0cb9e4b" providerId="ADAL" clId="{70061ACD-67AF-4674-B815-D2C9B1FEB4E9}" dt="2025-10-30T03:49:59.127" v="265" actId="478"/>
          <ac:spMkLst>
            <pc:docMk/>
            <pc:sldMk cId="0" sldId="259"/>
            <ac:spMk id="525" creationId="{00000000-0000-0000-0000-000000000000}"/>
          </ac:spMkLst>
        </pc:spChg>
        <pc:spChg chg="del">
          <ac:chgData name="Nawaal Fatima" userId="273c52e4-34a5-484d-bce1-839df0cb9e4b" providerId="ADAL" clId="{70061ACD-67AF-4674-B815-D2C9B1FEB4E9}" dt="2025-10-30T03:49:59.127" v="265" actId="478"/>
          <ac:spMkLst>
            <pc:docMk/>
            <pc:sldMk cId="0" sldId="259"/>
            <ac:spMk id="527" creationId="{00000000-0000-0000-0000-000000000000}"/>
          </ac:spMkLst>
        </pc:spChg>
        <pc:spChg chg="mod">
          <ac:chgData name="Nawaal Fatima" userId="273c52e4-34a5-484d-bce1-839df0cb9e4b" providerId="ADAL" clId="{70061ACD-67AF-4674-B815-D2C9B1FEB4E9}" dt="2025-10-30T03:53:16.921" v="357" actId="120"/>
          <ac:spMkLst>
            <pc:docMk/>
            <pc:sldMk cId="0" sldId="259"/>
            <ac:spMk id="528" creationId="{00000000-0000-0000-0000-000000000000}"/>
          </ac:spMkLst>
        </pc:spChg>
        <pc:spChg chg="del">
          <ac:chgData name="Nawaal Fatima" userId="273c52e4-34a5-484d-bce1-839df0cb9e4b" providerId="ADAL" clId="{70061ACD-67AF-4674-B815-D2C9B1FEB4E9}" dt="2025-10-30T03:49:59.127" v="265" actId="478"/>
          <ac:spMkLst>
            <pc:docMk/>
            <pc:sldMk cId="0" sldId="259"/>
            <ac:spMk id="530" creationId="{00000000-0000-0000-0000-000000000000}"/>
          </ac:spMkLst>
        </pc:spChg>
        <pc:spChg chg="mod">
          <ac:chgData name="Nawaal Fatima" userId="273c52e4-34a5-484d-bce1-839df0cb9e4b" providerId="ADAL" clId="{70061ACD-67AF-4674-B815-D2C9B1FEB4E9}" dt="2025-10-30T03:54:02.647" v="380" actId="14100"/>
          <ac:spMkLst>
            <pc:docMk/>
            <pc:sldMk cId="0" sldId="259"/>
            <ac:spMk id="531" creationId="{00000000-0000-0000-0000-000000000000}"/>
          </ac:spMkLst>
        </pc:spChg>
        <pc:spChg chg="del">
          <ac:chgData name="Nawaal Fatima" userId="273c52e4-34a5-484d-bce1-839df0cb9e4b" providerId="ADAL" clId="{70061ACD-67AF-4674-B815-D2C9B1FEB4E9}" dt="2025-10-30T03:49:59.127" v="265" actId="478"/>
          <ac:spMkLst>
            <pc:docMk/>
            <pc:sldMk cId="0" sldId="259"/>
            <ac:spMk id="532" creationId="{00000000-0000-0000-0000-000000000000}"/>
          </ac:spMkLst>
        </pc:spChg>
        <pc:spChg chg="del">
          <ac:chgData name="Nawaal Fatima" userId="273c52e4-34a5-484d-bce1-839df0cb9e4b" providerId="ADAL" clId="{70061ACD-67AF-4674-B815-D2C9B1FEB4E9}" dt="2025-10-30T03:49:59.127" v="265" actId="478"/>
          <ac:spMkLst>
            <pc:docMk/>
            <pc:sldMk cId="0" sldId="259"/>
            <ac:spMk id="533" creationId="{00000000-0000-0000-0000-000000000000}"/>
          </ac:spMkLst>
        </pc:spChg>
        <pc:spChg chg="mod">
          <ac:chgData name="Nawaal Fatima" userId="273c52e4-34a5-484d-bce1-839df0cb9e4b" providerId="ADAL" clId="{70061ACD-67AF-4674-B815-D2C9B1FEB4E9}" dt="2025-10-30T03:54:00.130" v="379" actId="14100"/>
          <ac:spMkLst>
            <pc:docMk/>
            <pc:sldMk cId="0" sldId="259"/>
            <ac:spMk id="534" creationId="{00000000-0000-0000-0000-000000000000}"/>
          </ac:spMkLst>
        </pc:spChg>
        <pc:spChg chg="mod">
          <ac:chgData name="Nawaal Fatima" userId="273c52e4-34a5-484d-bce1-839df0cb9e4b" providerId="ADAL" clId="{70061ACD-67AF-4674-B815-D2C9B1FEB4E9}" dt="2025-10-30T03:54:09.722" v="382" actId="14100"/>
          <ac:spMkLst>
            <pc:docMk/>
            <pc:sldMk cId="0" sldId="259"/>
            <ac:spMk id="535" creationId="{00000000-0000-0000-0000-000000000000}"/>
          </ac:spMkLst>
        </pc:spChg>
      </pc:sldChg>
      <pc:sldChg chg="del">
        <pc:chgData name="Nawaal Fatima" userId="273c52e4-34a5-484d-bce1-839df0cb9e4b" providerId="ADAL" clId="{70061ACD-67AF-4674-B815-D2C9B1FEB4E9}" dt="2025-10-30T04:04:41.387" v="466" actId="47"/>
        <pc:sldMkLst>
          <pc:docMk/>
          <pc:sldMk cId="0" sldId="260"/>
        </pc:sldMkLst>
      </pc:sldChg>
      <pc:sldChg chg="del">
        <pc:chgData name="Nawaal Fatima" userId="273c52e4-34a5-484d-bce1-839df0cb9e4b" providerId="ADAL" clId="{70061ACD-67AF-4674-B815-D2C9B1FEB4E9}" dt="2025-10-30T04:04:41.387" v="466" actId="47"/>
        <pc:sldMkLst>
          <pc:docMk/>
          <pc:sldMk cId="0" sldId="261"/>
        </pc:sldMkLst>
      </pc:sldChg>
      <pc:sldChg chg="delSp modSp mod ord modNotes">
        <pc:chgData name="Nawaal Fatima" userId="273c52e4-34a5-484d-bce1-839df0cb9e4b" providerId="ADAL" clId="{70061ACD-67AF-4674-B815-D2C9B1FEB4E9}" dt="2025-10-30T03:49:18.963" v="260" actId="20577"/>
        <pc:sldMkLst>
          <pc:docMk/>
          <pc:sldMk cId="0" sldId="262"/>
        </pc:sldMkLst>
        <pc:spChg chg="mod">
          <ac:chgData name="Nawaal Fatima" userId="273c52e4-34a5-484d-bce1-839df0cb9e4b" providerId="ADAL" clId="{70061ACD-67AF-4674-B815-D2C9B1FEB4E9}" dt="2025-10-30T03:49:18.963" v="260" actId="20577"/>
          <ac:spMkLst>
            <pc:docMk/>
            <pc:sldMk cId="0" sldId="262"/>
            <ac:spMk id="552" creationId="{00000000-0000-0000-0000-000000000000}"/>
          </ac:spMkLst>
        </pc:spChg>
        <pc:spChg chg="mod">
          <ac:chgData name="Nawaal Fatima" userId="273c52e4-34a5-484d-bce1-839df0cb9e4b" providerId="ADAL" clId="{70061ACD-67AF-4674-B815-D2C9B1FEB4E9}" dt="2025-10-30T03:45:55.364" v="132" actId="20577"/>
          <ac:spMkLst>
            <pc:docMk/>
            <pc:sldMk cId="0" sldId="262"/>
            <ac:spMk id="553" creationId="{00000000-0000-0000-0000-000000000000}"/>
          </ac:spMkLst>
        </pc:spChg>
        <pc:picChg chg="del">
          <ac:chgData name="Nawaal Fatima" userId="273c52e4-34a5-484d-bce1-839df0cb9e4b" providerId="ADAL" clId="{70061ACD-67AF-4674-B815-D2C9B1FEB4E9}" dt="2025-10-30T03:48:25.176" v="140" actId="478"/>
          <ac:picMkLst>
            <pc:docMk/>
            <pc:sldMk cId="0" sldId="262"/>
            <ac:picMk id="554" creationId="{00000000-0000-0000-0000-000000000000}"/>
          </ac:picMkLst>
        </pc:picChg>
      </pc:sldChg>
      <pc:sldChg chg="del">
        <pc:chgData name="Nawaal Fatima" userId="273c52e4-34a5-484d-bce1-839df0cb9e4b" providerId="ADAL" clId="{70061ACD-67AF-4674-B815-D2C9B1FEB4E9}" dt="2025-10-30T04:04:41.387" v="466" actId="47"/>
        <pc:sldMkLst>
          <pc:docMk/>
          <pc:sldMk cId="0" sldId="263"/>
        </pc:sldMkLst>
      </pc:sldChg>
      <pc:sldChg chg="del">
        <pc:chgData name="Nawaal Fatima" userId="273c52e4-34a5-484d-bce1-839df0cb9e4b" providerId="ADAL" clId="{70061ACD-67AF-4674-B815-D2C9B1FEB4E9}" dt="2025-10-30T04:04:41.387" v="466" actId="47"/>
        <pc:sldMkLst>
          <pc:docMk/>
          <pc:sldMk cId="0" sldId="264"/>
        </pc:sldMkLst>
      </pc:sldChg>
      <pc:sldChg chg="del">
        <pc:chgData name="Nawaal Fatima" userId="273c52e4-34a5-484d-bce1-839df0cb9e4b" providerId="ADAL" clId="{70061ACD-67AF-4674-B815-D2C9B1FEB4E9}" dt="2025-10-30T04:04:41.387" v="466" actId="47"/>
        <pc:sldMkLst>
          <pc:docMk/>
          <pc:sldMk cId="0" sldId="265"/>
        </pc:sldMkLst>
      </pc:sldChg>
      <pc:sldChg chg="del">
        <pc:chgData name="Nawaal Fatima" userId="273c52e4-34a5-484d-bce1-839df0cb9e4b" providerId="ADAL" clId="{70061ACD-67AF-4674-B815-D2C9B1FEB4E9}" dt="2025-10-30T04:04:41.387" v="466" actId="47"/>
        <pc:sldMkLst>
          <pc:docMk/>
          <pc:sldMk cId="0" sldId="266"/>
        </pc:sldMkLst>
      </pc:sldChg>
      <pc:sldChg chg="del">
        <pc:chgData name="Nawaal Fatima" userId="273c52e4-34a5-484d-bce1-839df0cb9e4b" providerId="ADAL" clId="{70061ACD-67AF-4674-B815-D2C9B1FEB4E9}" dt="2025-10-30T04:04:41.387" v="466" actId="47"/>
        <pc:sldMkLst>
          <pc:docMk/>
          <pc:sldMk cId="0" sldId="267"/>
        </pc:sldMkLst>
      </pc:sldChg>
      <pc:sldChg chg="del">
        <pc:chgData name="Nawaal Fatima" userId="273c52e4-34a5-484d-bce1-839df0cb9e4b" providerId="ADAL" clId="{70061ACD-67AF-4674-B815-D2C9B1FEB4E9}" dt="2025-10-30T04:04:41.387" v="466" actId="47"/>
        <pc:sldMkLst>
          <pc:docMk/>
          <pc:sldMk cId="0" sldId="268"/>
        </pc:sldMkLst>
      </pc:sldChg>
      <pc:sldChg chg="del">
        <pc:chgData name="Nawaal Fatima" userId="273c52e4-34a5-484d-bce1-839df0cb9e4b" providerId="ADAL" clId="{70061ACD-67AF-4674-B815-D2C9B1FEB4E9}" dt="2025-10-30T04:05:23.792" v="468" actId="47"/>
        <pc:sldMkLst>
          <pc:docMk/>
          <pc:sldMk cId="0" sldId="269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70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71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72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73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74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75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76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77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78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79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80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81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82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83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84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85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86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87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88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89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90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91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92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93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94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95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96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97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98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299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00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01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02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03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04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05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06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07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08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09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10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11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12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13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14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15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16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17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18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19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20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21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22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23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24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25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26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27"/>
        </pc:sldMkLst>
      </pc:sldChg>
      <pc:sldChg chg="del">
        <pc:chgData name="Nawaal Fatima" userId="273c52e4-34a5-484d-bce1-839df0cb9e4b" providerId="ADAL" clId="{70061ACD-67AF-4674-B815-D2C9B1FEB4E9}" dt="2025-10-30T04:05:21.128" v="467" actId="47"/>
        <pc:sldMkLst>
          <pc:docMk/>
          <pc:sldMk cId="0" sldId="328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29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30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31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32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33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34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35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36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37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38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39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40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41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42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43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44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45"/>
        </pc:sldMkLst>
      </pc:sldChg>
      <pc:sldChg chg="del">
        <pc:chgData name="Nawaal Fatima" userId="273c52e4-34a5-484d-bce1-839df0cb9e4b" providerId="ADAL" clId="{70061ACD-67AF-4674-B815-D2C9B1FEB4E9}" dt="2025-10-30T04:03:32.321" v="454" actId="47"/>
        <pc:sldMkLst>
          <pc:docMk/>
          <pc:sldMk cId="0" sldId="346"/>
        </pc:sldMkLst>
      </pc:sldChg>
      <pc:sldChg chg="addSp delSp modSp add mod delAnim modAnim">
        <pc:chgData name="Nawaal Fatima" userId="273c52e4-34a5-484d-bce1-839df0cb9e4b" providerId="ADAL" clId="{70061ACD-67AF-4674-B815-D2C9B1FEB4E9}" dt="2025-10-30T04:44:22.772" v="748"/>
        <pc:sldMkLst>
          <pc:docMk/>
          <pc:sldMk cId="849540245" sldId="347"/>
        </pc:sldMkLst>
        <pc:spChg chg="add del mod">
          <ac:chgData name="Nawaal Fatima" userId="273c52e4-34a5-484d-bce1-839df0cb9e4b" providerId="ADAL" clId="{70061ACD-67AF-4674-B815-D2C9B1FEB4E9}" dt="2025-10-30T03:55:17.579" v="416" actId="478"/>
          <ac:spMkLst>
            <pc:docMk/>
            <pc:sldMk cId="849540245" sldId="347"/>
            <ac:spMk id="3" creationId="{09B20E8E-0836-442D-3326-4CB9F922401D}"/>
          </ac:spMkLst>
        </pc:spChg>
        <pc:spChg chg="add del mod">
          <ac:chgData name="Nawaal Fatima" userId="273c52e4-34a5-484d-bce1-839df0cb9e4b" providerId="ADAL" clId="{70061ACD-67AF-4674-B815-D2C9B1FEB4E9}" dt="2025-10-30T03:55:20.031" v="417" actId="478"/>
          <ac:spMkLst>
            <pc:docMk/>
            <pc:sldMk cId="849540245" sldId="347"/>
            <ac:spMk id="5" creationId="{6F80B7D3-D15D-ECDA-178E-0213CF275E95}"/>
          </ac:spMkLst>
        </pc:spChg>
        <pc:spChg chg="mod">
          <ac:chgData name="Nawaal Fatima" userId="273c52e4-34a5-484d-bce1-839df0cb9e4b" providerId="ADAL" clId="{70061ACD-67AF-4674-B815-D2C9B1FEB4E9}" dt="2025-10-30T03:55:40.617" v="424" actId="120"/>
          <ac:spMkLst>
            <pc:docMk/>
            <pc:sldMk cId="849540245" sldId="347"/>
            <ac:spMk id="518" creationId="{994E37DD-9C1D-A45C-36CC-C5D3CD51AD70}"/>
          </ac:spMkLst>
        </pc:spChg>
        <pc:spChg chg="mod">
          <ac:chgData name="Nawaal Fatima" userId="273c52e4-34a5-484d-bce1-839df0cb9e4b" providerId="ADAL" clId="{70061ACD-67AF-4674-B815-D2C9B1FEB4E9}" dt="2025-10-30T03:55:49.695" v="426" actId="1076"/>
          <ac:spMkLst>
            <pc:docMk/>
            <pc:sldMk cId="849540245" sldId="347"/>
            <ac:spMk id="519" creationId="{BC2932F2-412A-C5F4-006D-64A2C3301BDF}"/>
          </ac:spMkLst>
        </pc:spChg>
        <pc:spChg chg="mod">
          <ac:chgData name="Nawaal Fatima" userId="273c52e4-34a5-484d-bce1-839df0cb9e4b" providerId="ADAL" clId="{70061ACD-67AF-4674-B815-D2C9B1FEB4E9}" dt="2025-10-30T03:55:40.617" v="424" actId="120"/>
          <ac:spMkLst>
            <pc:docMk/>
            <pc:sldMk cId="849540245" sldId="347"/>
            <ac:spMk id="524" creationId="{A1589B47-5276-7ECC-659D-3E73ADFAD651}"/>
          </ac:spMkLst>
        </pc:spChg>
        <pc:spChg chg="mod">
          <ac:chgData name="Nawaal Fatima" userId="273c52e4-34a5-484d-bce1-839df0cb9e4b" providerId="ADAL" clId="{70061ACD-67AF-4674-B815-D2C9B1FEB4E9}" dt="2025-10-30T03:55:46.126" v="425" actId="1076"/>
          <ac:spMkLst>
            <pc:docMk/>
            <pc:sldMk cId="849540245" sldId="347"/>
            <ac:spMk id="528" creationId="{AA2AD6B6-527C-DC9A-C0F2-A8B5E897D960}"/>
          </ac:spMkLst>
        </pc:spChg>
        <pc:spChg chg="del">
          <ac:chgData name="Nawaal Fatima" userId="273c52e4-34a5-484d-bce1-839df0cb9e4b" providerId="ADAL" clId="{70061ACD-67AF-4674-B815-D2C9B1FEB4E9}" dt="2025-10-30T03:55:14.021" v="415" actId="478"/>
          <ac:spMkLst>
            <pc:docMk/>
            <pc:sldMk cId="849540245" sldId="347"/>
            <ac:spMk id="531" creationId="{3D4A7E3F-0DA9-212A-0046-C79870239940}"/>
          </ac:spMkLst>
        </pc:spChg>
        <pc:spChg chg="del">
          <ac:chgData name="Nawaal Fatima" userId="273c52e4-34a5-484d-bce1-839df0cb9e4b" providerId="ADAL" clId="{70061ACD-67AF-4674-B815-D2C9B1FEB4E9}" dt="2025-10-30T03:55:17.579" v="416" actId="478"/>
          <ac:spMkLst>
            <pc:docMk/>
            <pc:sldMk cId="849540245" sldId="347"/>
            <ac:spMk id="534" creationId="{C3726264-C480-34A5-EF53-C1AFDBA95168}"/>
          </ac:spMkLst>
        </pc:spChg>
        <pc:spChg chg="mod">
          <ac:chgData name="Nawaal Fatima" userId="273c52e4-34a5-484d-bce1-839df0cb9e4b" providerId="ADAL" clId="{70061ACD-67AF-4674-B815-D2C9B1FEB4E9}" dt="2025-10-30T03:54:29.300" v="401" actId="20577"/>
          <ac:spMkLst>
            <pc:docMk/>
            <pc:sldMk cId="849540245" sldId="347"/>
            <ac:spMk id="535" creationId="{B3794EAF-0FE5-EE16-9E37-7DE970C083C0}"/>
          </ac:spMkLst>
        </pc:spChg>
      </pc:sldChg>
      <pc:sldChg chg="modSp add mod modAnim">
        <pc:chgData name="Nawaal Fatima" userId="273c52e4-34a5-484d-bce1-839df0cb9e4b" providerId="ADAL" clId="{70061ACD-67AF-4674-B815-D2C9B1FEB4E9}" dt="2025-10-30T04:44:50.010" v="751"/>
        <pc:sldMkLst>
          <pc:docMk/>
          <pc:sldMk cId="4039703935" sldId="348"/>
        </pc:sldMkLst>
        <pc:spChg chg="mod">
          <ac:chgData name="Nawaal Fatima" userId="273c52e4-34a5-484d-bce1-839df0cb9e4b" providerId="ADAL" clId="{70061ACD-67AF-4674-B815-D2C9B1FEB4E9}" dt="2025-10-30T03:56:52.319" v="439" actId="1076"/>
          <ac:spMkLst>
            <pc:docMk/>
            <pc:sldMk cId="4039703935" sldId="348"/>
            <ac:spMk id="518" creationId="{6CF0B32D-79C5-5E60-8A5B-7445D2DB4E59}"/>
          </ac:spMkLst>
        </pc:spChg>
        <pc:spChg chg="mod">
          <ac:chgData name="Nawaal Fatima" userId="273c52e4-34a5-484d-bce1-839df0cb9e4b" providerId="ADAL" clId="{70061ACD-67AF-4674-B815-D2C9B1FEB4E9}" dt="2025-10-30T03:56:43.808" v="437" actId="120"/>
          <ac:spMkLst>
            <pc:docMk/>
            <pc:sldMk cId="4039703935" sldId="348"/>
            <ac:spMk id="519" creationId="{AC3DBD0A-7F5B-3EEA-52E8-2F47854AE51B}"/>
          </ac:spMkLst>
        </pc:spChg>
        <pc:spChg chg="mod">
          <ac:chgData name="Nawaal Fatima" userId="273c52e4-34a5-484d-bce1-839df0cb9e4b" providerId="ADAL" clId="{70061ACD-67AF-4674-B815-D2C9B1FEB4E9}" dt="2025-10-30T03:56:52.319" v="439" actId="1076"/>
          <ac:spMkLst>
            <pc:docMk/>
            <pc:sldMk cId="4039703935" sldId="348"/>
            <ac:spMk id="524" creationId="{C8064D47-2731-D30C-4008-4AFE44A02EB8}"/>
          </ac:spMkLst>
        </pc:spChg>
        <pc:spChg chg="mod">
          <ac:chgData name="Nawaal Fatima" userId="273c52e4-34a5-484d-bce1-839df0cb9e4b" providerId="ADAL" clId="{70061ACD-67AF-4674-B815-D2C9B1FEB4E9}" dt="2025-10-30T03:56:43.808" v="437" actId="120"/>
          <ac:spMkLst>
            <pc:docMk/>
            <pc:sldMk cId="4039703935" sldId="348"/>
            <ac:spMk id="528" creationId="{EB859F12-5470-EC57-946A-3C6D0E48DB02}"/>
          </ac:spMkLst>
        </pc:spChg>
        <pc:spChg chg="mod">
          <ac:chgData name="Nawaal Fatima" userId="273c52e4-34a5-484d-bce1-839df0cb9e4b" providerId="ADAL" clId="{70061ACD-67AF-4674-B815-D2C9B1FEB4E9}" dt="2025-10-30T03:56:47.394" v="438" actId="14100"/>
          <ac:spMkLst>
            <pc:docMk/>
            <pc:sldMk cId="4039703935" sldId="348"/>
            <ac:spMk id="535" creationId="{A1B5B82B-3288-23A0-B94B-888ED773322B}"/>
          </ac:spMkLst>
        </pc:spChg>
      </pc:sldChg>
      <pc:sldChg chg="modSp add modAnim">
        <pc:chgData name="Nawaal Fatima" userId="273c52e4-34a5-484d-bce1-839df0cb9e4b" providerId="ADAL" clId="{70061ACD-67AF-4674-B815-D2C9B1FEB4E9}" dt="2025-10-30T04:44:54.461" v="752"/>
        <pc:sldMkLst>
          <pc:docMk/>
          <pc:sldMk cId="4162530038" sldId="349"/>
        </pc:sldMkLst>
        <pc:spChg chg="mod">
          <ac:chgData name="Nawaal Fatima" userId="273c52e4-34a5-484d-bce1-839df0cb9e4b" providerId="ADAL" clId="{70061ACD-67AF-4674-B815-D2C9B1FEB4E9}" dt="2025-10-30T04:03:20.683" v="453" actId="120"/>
          <ac:spMkLst>
            <pc:docMk/>
            <pc:sldMk cId="4162530038" sldId="349"/>
            <ac:spMk id="518" creationId="{64373B4F-A09A-FDFA-1546-75A8990BF19D}"/>
          </ac:spMkLst>
        </pc:spChg>
        <pc:spChg chg="mod">
          <ac:chgData name="Nawaal Fatima" userId="273c52e4-34a5-484d-bce1-839df0cb9e4b" providerId="ADAL" clId="{70061ACD-67AF-4674-B815-D2C9B1FEB4E9}" dt="2025-10-30T04:03:20.683" v="453" actId="120"/>
          <ac:spMkLst>
            <pc:docMk/>
            <pc:sldMk cId="4162530038" sldId="349"/>
            <ac:spMk id="519" creationId="{BE6E60FC-AC97-5181-CB91-07FAC90A2087}"/>
          </ac:spMkLst>
        </pc:spChg>
        <pc:spChg chg="mod">
          <ac:chgData name="Nawaal Fatima" userId="273c52e4-34a5-484d-bce1-839df0cb9e4b" providerId="ADAL" clId="{70061ACD-67AF-4674-B815-D2C9B1FEB4E9}" dt="2025-10-30T04:03:20.683" v="453" actId="120"/>
          <ac:spMkLst>
            <pc:docMk/>
            <pc:sldMk cId="4162530038" sldId="349"/>
            <ac:spMk id="524" creationId="{8D54A88A-37F5-0D94-DCEF-6098B19B0871}"/>
          </ac:spMkLst>
        </pc:spChg>
        <pc:spChg chg="mod">
          <ac:chgData name="Nawaal Fatima" userId="273c52e4-34a5-484d-bce1-839df0cb9e4b" providerId="ADAL" clId="{70061ACD-67AF-4674-B815-D2C9B1FEB4E9}" dt="2025-10-30T04:03:20.683" v="453" actId="120"/>
          <ac:spMkLst>
            <pc:docMk/>
            <pc:sldMk cId="4162530038" sldId="349"/>
            <ac:spMk id="528" creationId="{F727C238-789D-ED85-BD99-D262F2F59A2B}"/>
          </ac:spMkLst>
        </pc:spChg>
        <pc:spChg chg="mod">
          <ac:chgData name="Nawaal Fatima" userId="273c52e4-34a5-484d-bce1-839df0cb9e4b" providerId="ADAL" clId="{70061ACD-67AF-4674-B815-D2C9B1FEB4E9}" dt="2025-10-30T04:02:46.163" v="443" actId="20577"/>
          <ac:spMkLst>
            <pc:docMk/>
            <pc:sldMk cId="4162530038" sldId="349"/>
            <ac:spMk id="535" creationId="{113271B3-D075-FF0D-A966-6C752BA77822}"/>
          </ac:spMkLst>
        </pc:spChg>
      </pc:sldChg>
      <pc:sldChg chg="modSp add mod modAnim">
        <pc:chgData name="Nawaal Fatima" userId="273c52e4-34a5-484d-bce1-839df0cb9e4b" providerId="ADAL" clId="{70061ACD-67AF-4674-B815-D2C9B1FEB4E9}" dt="2025-10-30T04:44:58.926" v="753"/>
        <pc:sldMkLst>
          <pc:docMk/>
          <pc:sldMk cId="2653688428" sldId="350"/>
        </pc:sldMkLst>
        <pc:spChg chg="mod">
          <ac:chgData name="Nawaal Fatima" userId="273c52e4-34a5-484d-bce1-839df0cb9e4b" providerId="ADAL" clId="{70061ACD-67AF-4674-B815-D2C9B1FEB4E9}" dt="2025-10-30T04:04:24.541" v="465" actId="120"/>
          <ac:spMkLst>
            <pc:docMk/>
            <pc:sldMk cId="2653688428" sldId="350"/>
            <ac:spMk id="518" creationId="{59F68F8B-5F9D-9099-9027-C9DEE23C55BC}"/>
          </ac:spMkLst>
        </pc:spChg>
        <pc:spChg chg="mod">
          <ac:chgData name="Nawaal Fatima" userId="273c52e4-34a5-484d-bce1-839df0cb9e4b" providerId="ADAL" clId="{70061ACD-67AF-4674-B815-D2C9B1FEB4E9}" dt="2025-10-30T04:04:24.541" v="465" actId="120"/>
          <ac:spMkLst>
            <pc:docMk/>
            <pc:sldMk cId="2653688428" sldId="350"/>
            <ac:spMk id="519" creationId="{3CD88154-6AC0-4157-2397-F854B168C22D}"/>
          </ac:spMkLst>
        </pc:spChg>
        <pc:spChg chg="mod">
          <ac:chgData name="Nawaal Fatima" userId="273c52e4-34a5-484d-bce1-839df0cb9e4b" providerId="ADAL" clId="{70061ACD-67AF-4674-B815-D2C9B1FEB4E9}" dt="2025-10-30T04:04:24.541" v="465" actId="120"/>
          <ac:spMkLst>
            <pc:docMk/>
            <pc:sldMk cId="2653688428" sldId="350"/>
            <ac:spMk id="524" creationId="{32EEED39-9009-B44E-C6A3-847CD3B955C8}"/>
          </ac:spMkLst>
        </pc:spChg>
        <pc:spChg chg="mod">
          <ac:chgData name="Nawaal Fatima" userId="273c52e4-34a5-484d-bce1-839df0cb9e4b" providerId="ADAL" clId="{70061ACD-67AF-4674-B815-D2C9B1FEB4E9}" dt="2025-10-30T04:04:24.541" v="465" actId="120"/>
          <ac:spMkLst>
            <pc:docMk/>
            <pc:sldMk cId="2653688428" sldId="350"/>
            <ac:spMk id="528" creationId="{0E7C8841-45BF-DFFF-4870-0D4A67250DAA}"/>
          </ac:spMkLst>
        </pc:spChg>
        <pc:spChg chg="mod">
          <ac:chgData name="Nawaal Fatima" userId="273c52e4-34a5-484d-bce1-839df0cb9e4b" providerId="ADAL" clId="{70061ACD-67AF-4674-B815-D2C9B1FEB4E9}" dt="2025-10-30T04:03:58.500" v="457" actId="20577"/>
          <ac:spMkLst>
            <pc:docMk/>
            <pc:sldMk cId="2653688428" sldId="350"/>
            <ac:spMk id="535" creationId="{3675C21F-5E11-66DF-AD0F-9E7E248A0F80}"/>
          </ac:spMkLst>
        </pc:spChg>
      </pc:sldChg>
      <pc:sldChg chg="addSp delSp modSp add del mod delAnim">
        <pc:chgData name="Nawaal Fatima" userId="273c52e4-34a5-484d-bce1-839df0cb9e4b" providerId="ADAL" clId="{70061ACD-67AF-4674-B815-D2C9B1FEB4E9}" dt="2025-10-30T04:31:08.010" v="495" actId="2696"/>
        <pc:sldMkLst>
          <pc:docMk/>
          <pc:sldMk cId="162228259" sldId="351"/>
        </pc:sldMkLst>
        <pc:spChg chg="add del mod">
          <ac:chgData name="Nawaal Fatima" userId="273c52e4-34a5-484d-bce1-839df0cb9e4b" providerId="ADAL" clId="{70061ACD-67AF-4674-B815-D2C9B1FEB4E9}" dt="2025-10-30T04:05:53.798" v="477" actId="478"/>
          <ac:spMkLst>
            <pc:docMk/>
            <pc:sldMk cId="162228259" sldId="351"/>
            <ac:spMk id="3" creationId="{863C0C51-F4F7-C905-4501-4F06E65134C4}"/>
          </ac:spMkLst>
        </pc:spChg>
        <pc:spChg chg="add del mod">
          <ac:chgData name="Nawaal Fatima" userId="273c52e4-34a5-484d-bce1-839df0cb9e4b" providerId="ADAL" clId="{70061ACD-67AF-4674-B815-D2C9B1FEB4E9}" dt="2025-10-30T04:05:56.308" v="479" actId="478"/>
          <ac:spMkLst>
            <pc:docMk/>
            <pc:sldMk cId="162228259" sldId="351"/>
            <ac:spMk id="5" creationId="{21DE10DF-D00D-3BA6-5D6C-A438C0CA1FCF}"/>
          </ac:spMkLst>
        </pc:spChg>
        <pc:spChg chg="add del mod">
          <ac:chgData name="Nawaal Fatima" userId="273c52e4-34a5-484d-bce1-839df0cb9e4b" providerId="ADAL" clId="{70061ACD-67AF-4674-B815-D2C9B1FEB4E9}" dt="2025-10-30T04:05:56.308" v="479" actId="478"/>
          <ac:spMkLst>
            <pc:docMk/>
            <pc:sldMk cId="162228259" sldId="351"/>
            <ac:spMk id="7" creationId="{7C8B28D3-A99C-4573-A0A1-2796456F91E4}"/>
          </ac:spMkLst>
        </pc:spChg>
        <pc:spChg chg="mod">
          <ac:chgData name="Nawaal Fatima" userId="273c52e4-34a5-484d-bce1-839df0cb9e4b" providerId="ADAL" clId="{70061ACD-67AF-4674-B815-D2C9B1FEB4E9}" dt="2025-10-30T04:06:18.974" v="494" actId="1076"/>
          <ac:spMkLst>
            <pc:docMk/>
            <pc:sldMk cId="162228259" sldId="351"/>
            <ac:spMk id="518" creationId="{2E72E508-6D3A-D9C3-0435-981C055C651A}"/>
          </ac:spMkLst>
        </pc:spChg>
        <pc:spChg chg="del">
          <ac:chgData name="Nawaal Fatima" userId="273c52e4-34a5-484d-bce1-839df0cb9e4b" providerId="ADAL" clId="{70061ACD-67AF-4674-B815-D2C9B1FEB4E9}" dt="2025-10-30T04:05:53.798" v="477" actId="478"/>
          <ac:spMkLst>
            <pc:docMk/>
            <pc:sldMk cId="162228259" sldId="351"/>
            <ac:spMk id="519" creationId="{BC22D6CA-B50D-4E57-0828-AC704C7DCC6A}"/>
          </ac:spMkLst>
        </pc:spChg>
        <pc:spChg chg="del">
          <ac:chgData name="Nawaal Fatima" userId="273c52e4-34a5-484d-bce1-839df0cb9e4b" providerId="ADAL" clId="{70061ACD-67AF-4674-B815-D2C9B1FEB4E9}" dt="2025-10-30T04:05:48.549" v="474" actId="478"/>
          <ac:spMkLst>
            <pc:docMk/>
            <pc:sldMk cId="162228259" sldId="351"/>
            <ac:spMk id="524" creationId="{8D8E784E-8666-8B85-A14D-993D8E46A42D}"/>
          </ac:spMkLst>
        </pc:spChg>
        <pc:spChg chg="del mod">
          <ac:chgData name="Nawaal Fatima" userId="273c52e4-34a5-484d-bce1-839df0cb9e4b" providerId="ADAL" clId="{70061ACD-67AF-4674-B815-D2C9B1FEB4E9}" dt="2025-10-30T04:05:53.798" v="477" actId="478"/>
          <ac:spMkLst>
            <pc:docMk/>
            <pc:sldMk cId="162228259" sldId="351"/>
            <ac:spMk id="528" creationId="{282892DE-9772-4CB5-398A-7CFF26345108}"/>
          </ac:spMkLst>
        </pc:spChg>
        <pc:spChg chg="mod">
          <ac:chgData name="Nawaal Fatima" userId="273c52e4-34a5-484d-bce1-839df0cb9e4b" providerId="ADAL" clId="{70061ACD-67AF-4674-B815-D2C9B1FEB4E9}" dt="2025-10-30T04:05:35.189" v="470"/>
          <ac:spMkLst>
            <pc:docMk/>
            <pc:sldMk cId="162228259" sldId="351"/>
            <ac:spMk id="535" creationId="{1EC067C5-234D-8D84-7E74-33AEDC7FE464}"/>
          </ac:spMkLst>
        </pc:spChg>
      </pc:sldChg>
      <pc:sldChg chg="addSp delSp modSp new mod modClrScheme chgLayout">
        <pc:chgData name="Nawaal Fatima" userId="273c52e4-34a5-484d-bce1-839df0cb9e4b" providerId="ADAL" clId="{70061ACD-67AF-4674-B815-D2C9B1FEB4E9}" dt="2025-10-30T04:45:42.265" v="754" actId="1076"/>
        <pc:sldMkLst>
          <pc:docMk/>
          <pc:sldMk cId="2142046008" sldId="351"/>
        </pc:sldMkLst>
        <pc:spChg chg="add del mod">
          <ac:chgData name="Nawaal Fatima" userId="273c52e4-34a5-484d-bce1-839df0cb9e4b" providerId="ADAL" clId="{70061ACD-67AF-4674-B815-D2C9B1FEB4E9}" dt="2025-10-30T04:31:26.820" v="509" actId="478"/>
          <ac:spMkLst>
            <pc:docMk/>
            <pc:sldMk cId="2142046008" sldId="351"/>
            <ac:spMk id="2" creationId="{55B76973-55F8-CF59-6462-A0EEDB265812}"/>
          </ac:spMkLst>
        </pc:spChg>
        <pc:spChg chg="add mod">
          <ac:chgData name="Nawaal Fatima" userId="273c52e4-34a5-484d-bce1-839df0cb9e4b" providerId="ADAL" clId="{70061ACD-67AF-4674-B815-D2C9B1FEB4E9}" dt="2025-10-30T04:45:42.265" v="754" actId="1076"/>
          <ac:spMkLst>
            <pc:docMk/>
            <pc:sldMk cId="2142046008" sldId="351"/>
            <ac:spMk id="3" creationId="{D4C52BA3-FA80-BED0-5AF9-28688C614548}"/>
          </ac:spMkLst>
        </pc:spChg>
      </pc:sldChg>
      <pc:sldChg chg="addSp delSp modSp new mod">
        <pc:chgData name="Nawaal Fatima" userId="273c52e4-34a5-484d-bce1-839df0cb9e4b" providerId="ADAL" clId="{70061ACD-67AF-4674-B815-D2C9B1FEB4E9}" dt="2025-10-30T04:40:46.941" v="747" actId="1076"/>
        <pc:sldMkLst>
          <pc:docMk/>
          <pc:sldMk cId="1138510432" sldId="352"/>
        </pc:sldMkLst>
        <pc:spChg chg="mod">
          <ac:chgData name="Nawaal Fatima" userId="273c52e4-34a5-484d-bce1-839df0cb9e4b" providerId="ADAL" clId="{70061ACD-67AF-4674-B815-D2C9B1FEB4E9}" dt="2025-10-30T04:39:11.761" v="679" actId="20577"/>
          <ac:spMkLst>
            <pc:docMk/>
            <pc:sldMk cId="1138510432" sldId="352"/>
            <ac:spMk id="2" creationId="{CA2CFB80-3754-115B-6B9D-FE88C8CC2962}"/>
          </ac:spMkLst>
        </pc:spChg>
        <pc:spChg chg="del mod">
          <ac:chgData name="Nawaal Fatima" userId="273c52e4-34a5-484d-bce1-839df0cb9e4b" providerId="ADAL" clId="{70061ACD-67AF-4674-B815-D2C9B1FEB4E9}" dt="2025-10-30T04:39:21.380" v="686" actId="478"/>
          <ac:spMkLst>
            <pc:docMk/>
            <pc:sldMk cId="1138510432" sldId="352"/>
            <ac:spMk id="3" creationId="{650FDB71-905B-EF92-D80C-645E7A02851D}"/>
          </ac:spMkLst>
        </pc:spChg>
        <pc:picChg chg="add mod">
          <ac:chgData name="Nawaal Fatima" userId="273c52e4-34a5-484d-bce1-839df0cb9e4b" providerId="ADAL" clId="{70061ACD-67AF-4674-B815-D2C9B1FEB4E9}" dt="2025-10-30T04:40:33.258" v="743" actId="14100"/>
          <ac:picMkLst>
            <pc:docMk/>
            <pc:sldMk cId="1138510432" sldId="352"/>
            <ac:picMk id="5" creationId="{2B1376CF-6635-981A-45A5-4A73321958F6}"/>
          </ac:picMkLst>
        </pc:picChg>
        <pc:picChg chg="add mod">
          <ac:chgData name="Nawaal Fatima" userId="273c52e4-34a5-484d-bce1-839df0cb9e4b" providerId="ADAL" clId="{70061ACD-67AF-4674-B815-D2C9B1FEB4E9}" dt="2025-10-30T04:40:46.941" v="747" actId="1076"/>
          <ac:picMkLst>
            <pc:docMk/>
            <pc:sldMk cId="1138510432" sldId="352"/>
            <ac:picMk id="7" creationId="{A9B2A84F-936E-D597-0D17-7608368787AB}"/>
          </ac:picMkLst>
        </pc:picChg>
        <pc:picChg chg="add del">
          <ac:chgData name="Nawaal Fatima" userId="273c52e4-34a5-484d-bce1-839df0cb9e4b" providerId="ADAL" clId="{70061ACD-67AF-4674-B815-D2C9B1FEB4E9}" dt="2025-10-30T04:40:00.923" v="695" actId="22"/>
          <ac:picMkLst>
            <pc:docMk/>
            <pc:sldMk cId="1138510432" sldId="352"/>
            <ac:picMk id="9" creationId="{C6B69AD6-D77D-456F-5D57-0CDF3EB703AA}"/>
          </ac:picMkLst>
        </pc:picChg>
        <pc:picChg chg="add mod">
          <ac:chgData name="Nawaal Fatima" userId="273c52e4-34a5-484d-bce1-839df0cb9e4b" providerId="ADAL" clId="{70061ACD-67AF-4674-B815-D2C9B1FEB4E9}" dt="2025-10-30T04:40:45.038" v="746" actId="1076"/>
          <ac:picMkLst>
            <pc:docMk/>
            <pc:sldMk cId="1138510432" sldId="352"/>
            <ac:picMk id="10" creationId="{6254270D-A7C4-92EE-D968-480B22DDE5F1}"/>
          </ac:picMkLst>
        </pc:picChg>
        <pc:picChg chg="add mod">
          <ac:chgData name="Nawaal Fatima" userId="273c52e4-34a5-484d-bce1-839df0cb9e4b" providerId="ADAL" clId="{70061ACD-67AF-4674-B815-D2C9B1FEB4E9}" dt="2025-10-30T04:40:40.870" v="745" actId="1076"/>
          <ac:picMkLst>
            <pc:docMk/>
            <pc:sldMk cId="1138510432" sldId="352"/>
            <ac:picMk id="11" creationId="{0DCE1C72-CF49-70EE-0DBE-9FBC1947F69F}"/>
          </ac:picMkLst>
        </pc:picChg>
      </pc:sldChg>
      <pc:sldMasterChg chg="delSldLayout">
        <pc:chgData name="Nawaal Fatima" userId="273c52e4-34a5-484d-bce1-839df0cb9e4b" providerId="ADAL" clId="{70061ACD-67AF-4674-B815-D2C9B1FEB4E9}" dt="2025-10-30T04:05:23.792" v="468" actId="47"/>
        <pc:sldMasterMkLst>
          <pc:docMk/>
          <pc:sldMasterMk cId="0" sldId="2147483704"/>
        </pc:sldMasterMkLst>
        <pc:sldLayoutChg chg="del">
          <pc:chgData name="Nawaal Fatima" userId="273c52e4-34a5-484d-bce1-839df0cb9e4b" providerId="ADAL" clId="{70061ACD-67AF-4674-B815-D2C9B1FEB4E9}" dt="2025-10-30T04:04:41.387" v="466" actId="47"/>
          <pc:sldLayoutMkLst>
            <pc:docMk/>
            <pc:sldMasterMk cId="0" sldId="2147483704"/>
            <pc:sldLayoutMk cId="0" sldId="2147483649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51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52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53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54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56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57"/>
          </pc:sldLayoutMkLst>
        </pc:sldLayoutChg>
        <pc:sldLayoutChg chg="del">
          <pc:chgData name="Nawaal Fatima" userId="273c52e4-34a5-484d-bce1-839df0cb9e4b" providerId="ADAL" clId="{70061ACD-67AF-4674-B815-D2C9B1FEB4E9}" dt="2025-10-30T04:04:41.387" v="466" actId="47"/>
          <pc:sldLayoutMkLst>
            <pc:docMk/>
            <pc:sldMasterMk cId="0" sldId="2147483704"/>
            <pc:sldLayoutMk cId="0" sldId="2147483659"/>
          </pc:sldLayoutMkLst>
        </pc:sldLayoutChg>
        <pc:sldLayoutChg chg="del">
          <pc:chgData name="Nawaal Fatima" userId="273c52e4-34a5-484d-bce1-839df0cb9e4b" providerId="ADAL" clId="{70061ACD-67AF-4674-B815-D2C9B1FEB4E9}" dt="2025-10-30T04:04:41.387" v="466" actId="47"/>
          <pc:sldLayoutMkLst>
            <pc:docMk/>
            <pc:sldMasterMk cId="0" sldId="2147483704"/>
            <pc:sldLayoutMk cId="0" sldId="2147483661"/>
          </pc:sldLayoutMkLst>
        </pc:sldLayoutChg>
        <pc:sldLayoutChg chg="del">
          <pc:chgData name="Nawaal Fatima" userId="273c52e4-34a5-484d-bce1-839df0cb9e4b" providerId="ADAL" clId="{70061ACD-67AF-4674-B815-D2C9B1FEB4E9}" dt="2025-10-30T04:04:41.387" v="466" actId="47"/>
          <pc:sldLayoutMkLst>
            <pc:docMk/>
            <pc:sldMasterMk cId="0" sldId="2147483704"/>
            <pc:sldLayoutMk cId="0" sldId="2147483662"/>
          </pc:sldLayoutMkLst>
        </pc:sldLayoutChg>
        <pc:sldLayoutChg chg="del">
          <pc:chgData name="Nawaal Fatima" userId="273c52e4-34a5-484d-bce1-839df0cb9e4b" providerId="ADAL" clId="{70061ACD-67AF-4674-B815-D2C9B1FEB4E9}" dt="2025-10-30T04:04:41.387" v="466" actId="47"/>
          <pc:sldLayoutMkLst>
            <pc:docMk/>
            <pc:sldMasterMk cId="0" sldId="2147483704"/>
            <pc:sldLayoutMk cId="0" sldId="2147483663"/>
          </pc:sldLayoutMkLst>
        </pc:sldLayoutChg>
        <pc:sldLayoutChg chg="del">
          <pc:chgData name="Nawaal Fatima" userId="273c52e4-34a5-484d-bce1-839df0cb9e4b" providerId="ADAL" clId="{70061ACD-67AF-4674-B815-D2C9B1FEB4E9}" dt="2025-10-30T04:04:41.387" v="466" actId="47"/>
          <pc:sldLayoutMkLst>
            <pc:docMk/>
            <pc:sldMasterMk cId="0" sldId="2147483704"/>
            <pc:sldLayoutMk cId="0" sldId="2147483665"/>
          </pc:sldLayoutMkLst>
        </pc:sldLayoutChg>
        <pc:sldLayoutChg chg="del">
          <pc:chgData name="Nawaal Fatima" userId="273c52e4-34a5-484d-bce1-839df0cb9e4b" providerId="ADAL" clId="{70061ACD-67AF-4674-B815-D2C9B1FEB4E9}" dt="2025-10-30T04:04:41.387" v="466" actId="47"/>
          <pc:sldLayoutMkLst>
            <pc:docMk/>
            <pc:sldMasterMk cId="0" sldId="2147483704"/>
            <pc:sldLayoutMk cId="0" sldId="2147483666"/>
          </pc:sldLayoutMkLst>
        </pc:sldLayoutChg>
        <pc:sldLayoutChg chg="del">
          <pc:chgData name="Nawaal Fatima" userId="273c52e4-34a5-484d-bce1-839df0cb9e4b" providerId="ADAL" clId="{70061ACD-67AF-4674-B815-D2C9B1FEB4E9}" dt="2025-10-30T04:04:41.387" v="466" actId="47"/>
          <pc:sldLayoutMkLst>
            <pc:docMk/>
            <pc:sldMasterMk cId="0" sldId="2147483704"/>
            <pc:sldLayoutMk cId="0" sldId="2147483667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68"/>
          </pc:sldLayoutMkLst>
        </pc:sldLayoutChg>
        <pc:sldLayoutChg chg="del">
          <pc:chgData name="Nawaal Fatima" userId="273c52e4-34a5-484d-bce1-839df0cb9e4b" providerId="ADAL" clId="{70061ACD-67AF-4674-B815-D2C9B1FEB4E9}" dt="2025-10-30T04:05:23.792" v="468" actId="47"/>
          <pc:sldLayoutMkLst>
            <pc:docMk/>
            <pc:sldMasterMk cId="0" sldId="2147483704"/>
            <pc:sldLayoutMk cId="0" sldId="2147483669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70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71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72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73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74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75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76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77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78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79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80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81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82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83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84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85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86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87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88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89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90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91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92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93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94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95"/>
          </pc:sldLayoutMkLst>
        </pc:sldLayoutChg>
        <pc:sldLayoutChg chg="del">
          <pc:chgData name="Nawaal Fatima" userId="273c52e4-34a5-484d-bce1-839df0cb9e4b" providerId="ADAL" clId="{70061ACD-67AF-4674-B815-D2C9B1FEB4E9}" dt="2025-10-30T04:05:21.128" v="467" actId="47"/>
          <pc:sldLayoutMkLst>
            <pc:docMk/>
            <pc:sldMasterMk cId="0" sldId="2147483704"/>
            <pc:sldLayoutMk cId="0" sldId="2147483696"/>
          </pc:sldLayoutMkLst>
        </pc:sldLayoutChg>
      </pc:sldMasterChg>
      <pc:sldMasterChg chg="del delSldLayout">
        <pc:chgData name="Nawaal Fatima" userId="273c52e4-34a5-484d-bce1-839df0cb9e4b" providerId="ADAL" clId="{70061ACD-67AF-4674-B815-D2C9B1FEB4E9}" dt="2025-10-30T04:03:32.321" v="454" actId="47"/>
        <pc:sldMasterMkLst>
          <pc:docMk/>
          <pc:sldMasterMk cId="0" sldId="2147483705"/>
        </pc:sldMasterMkLst>
        <pc:sldLayoutChg chg="del">
          <pc:chgData name="Nawaal Fatima" userId="273c52e4-34a5-484d-bce1-839df0cb9e4b" providerId="ADAL" clId="{70061ACD-67AF-4674-B815-D2C9B1FEB4E9}" dt="2025-10-30T04:03:32.321" v="454" actId="47"/>
          <pc:sldLayoutMkLst>
            <pc:docMk/>
            <pc:sldMasterMk cId="0" sldId="2147483705"/>
            <pc:sldLayoutMk cId="0" sldId="2147483701"/>
          </pc:sldLayoutMkLst>
        </pc:sldLayoutChg>
        <pc:sldLayoutChg chg="del">
          <pc:chgData name="Nawaal Fatima" userId="273c52e4-34a5-484d-bce1-839df0cb9e4b" providerId="ADAL" clId="{70061ACD-67AF-4674-B815-D2C9B1FEB4E9}" dt="2025-10-30T04:03:32.321" v="454" actId="47"/>
          <pc:sldLayoutMkLst>
            <pc:docMk/>
            <pc:sldMasterMk cId="0" sldId="2147483705"/>
            <pc:sldLayoutMk cId="0" sldId="2147483702"/>
          </pc:sldLayoutMkLst>
        </pc:sldLayoutChg>
      </pc:sldMasterChg>
      <pc:sldMasterChg chg="del delSldLayout">
        <pc:chgData name="Nawaal Fatima" userId="273c52e4-34a5-484d-bce1-839df0cb9e4b" providerId="ADAL" clId="{70061ACD-67AF-4674-B815-D2C9B1FEB4E9}" dt="2025-10-30T04:03:32.321" v="454" actId="47"/>
        <pc:sldMasterMkLst>
          <pc:docMk/>
          <pc:sldMasterMk cId="0" sldId="2147483706"/>
        </pc:sldMasterMkLst>
        <pc:sldLayoutChg chg="del">
          <pc:chgData name="Nawaal Fatima" userId="273c52e4-34a5-484d-bce1-839df0cb9e4b" providerId="ADAL" clId="{70061ACD-67AF-4674-B815-D2C9B1FEB4E9}" dt="2025-10-30T04:03:32.321" v="454" actId="47"/>
          <pc:sldLayoutMkLst>
            <pc:docMk/>
            <pc:sldMasterMk cId="0" sldId="2147483706"/>
            <pc:sldLayoutMk cId="0" sldId="214748370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5aad17dc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5aad17dc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>
          <a:extLst>
            <a:ext uri="{FF2B5EF4-FFF2-40B4-BE49-F238E27FC236}">
              <a16:creationId xmlns:a16="http://schemas.microsoft.com/office/drawing/2014/main" id="{AE34E4BD-8239-ACE0-C890-FB22A5397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5aad17dc0_0_2:notes">
            <a:extLst>
              <a:ext uri="{FF2B5EF4-FFF2-40B4-BE49-F238E27FC236}">
                <a16:creationId xmlns:a16="http://schemas.microsoft.com/office/drawing/2014/main" id="{BA497C30-DA6D-BF96-E901-AC97242124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5aad17dc0_0_2:notes">
            <a:extLst>
              <a:ext uri="{FF2B5EF4-FFF2-40B4-BE49-F238E27FC236}">
                <a16:creationId xmlns:a16="http://schemas.microsoft.com/office/drawing/2014/main" id="{46873EB1-B908-282C-4E77-4992F1DCCF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4304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>
          <a:extLst>
            <a:ext uri="{FF2B5EF4-FFF2-40B4-BE49-F238E27FC236}">
              <a16:creationId xmlns:a16="http://schemas.microsoft.com/office/drawing/2014/main" id="{1B9797BC-B6AF-B35D-3669-0F93EBE46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5aad17dc0_0_2:notes">
            <a:extLst>
              <a:ext uri="{FF2B5EF4-FFF2-40B4-BE49-F238E27FC236}">
                <a16:creationId xmlns:a16="http://schemas.microsoft.com/office/drawing/2014/main" id="{ABF341A0-FC6D-02D5-89DA-08477E073F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5aad17dc0_0_2:notes">
            <a:extLst>
              <a:ext uri="{FF2B5EF4-FFF2-40B4-BE49-F238E27FC236}">
                <a16:creationId xmlns:a16="http://schemas.microsoft.com/office/drawing/2014/main" id="{80C4FC39-78CA-6342-2C5C-BD611E542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1481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>
          <a:extLst>
            <a:ext uri="{FF2B5EF4-FFF2-40B4-BE49-F238E27FC236}">
              <a16:creationId xmlns:a16="http://schemas.microsoft.com/office/drawing/2014/main" id="{B68FDA95-1081-7891-DD45-FA81FD455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5aad17dc0_0_2:notes">
            <a:extLst>
              <a:ext uri="{FF2B5EF4-FFF2-40B4-BE49-F238E27FC236}">
                <a16:creationId xmlns:a16="http://schemas.microsoft.com/office/drawing/2014/main" id="{3A0216EC-B8A7-B763-9A06-5A3D334A24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5aad17dc0_0_2:notes">
            <a:extLst>
              <a:ext uri="{FF2B5EF4-FFF2-40B4-BE49-F238E27FC236}">
                <a16:creationId xmlns:a16="http://schemas.microsoft.com/office/drawing/2014/main" id="{430D5AC9-1C71-08A7-E134-B548AA1C71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7189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>
          <a:extLst>
            <a:ext uri="{FF2B5EF4-FFF2-40B4-BE49-F238E27FC236}">
              <a16:creationId xmlns:a16="http://schemas.microsoft.com/office/drawing/2014/main" id="{C10D413A-BCC5-E6EC-7F94-8FA26CF20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5aad17dc0_0_2:notes">
            <a:extLst>
              <a:ext uri="{FF2B5EF4-FFF2-40B4-BE49-F238E27FC236}">
                <a16:creationId xmlns:a16="http://schemas.microsoft.com/office/drawing/2014/main" id="{F60500A8-14A2-89E9-4153-F4083CECE0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5aad17dc0_0_2:notes">
            <a:extLst>
              <a:ext uri="{FF2B5EF4-FFF2-40B4-BE49-F238E27FC236}">
                <a16:creationId xmlns:a16="http://schemas.microsoft.com/office/drawing/2014/main" id="{F80CD995-DBBC-FE71-9A5F-412C62CC5D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2795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SECTION_TITLE_AND_DESCRIPTION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8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60" r:id="rId5"/>
    <p:sldLayoutId id="2147483664" r:id="rId6"/>
    <p:sldLayoutId id="2147483697" r:id="rId7"/>
    <p:sldLayoutId id="2147483698" r:id="rId8"/>
    <p:sldLayoutId id="2147483699" r:id="rId9"/>
    <p:sldLayoutId id="214748370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1039950" y="1143844"/>
            <a:ext cx="7064100" cy="16533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200" dirty="0"/>
              <a:t>Software Requirements Specification (SRS) for Bridging Gaps: AI for Diagram Accessibility</a:t>
            </a:r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1039950" y="2938458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Team 22, Reading4All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</a:t>
            </a:r>
            <a:r>
              <a:rPr lang="en" dirty="0"/>
              <a:t>rief Overview:</a:t>
            </a:r>
            <a:endParaRPr dirty="0"/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600" dirty="0"/>
              <a:t>Goal, Users, Focus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600" dirty="0"/>
              <a:t>Requirements Breakdown: </a:t>
            </a:r>
          </a:p>
          <a:p>
            <a:pPr marL="685800" lvl="1" indent="-228600">
              <a:buSzPts val="1100"/>
              <a:buFont typeface="+mj-lt"/>
              <a:buAutoNum type="arabicPeriod"/>
            </a:pPr>
            <a:r>
              <a:rPr lang="en-US" dirty="0"/>
              <a:t>Main Functional Requirements</a:t>
            </a:r>
          </a:p>
          <a:p>
            <a:pPr marL="685800" lvl="1" indent="-228600">
              <a:buSzPts val="1100"/>
              <a:buFont typeface="+mj-lt"/>
              <a:buAutoNum type="arabicPeriod"/>
            </a:pPr>
            <a:r>
              <a:rPr lang="en-US" dirty="0"/>
              <a:t>Design and Look</a:t>
            </a:r>
          </a:p>
          <a:p>
            <a:pPr marL="685800" lvl="1" indent="-228600">
              <a:buSzPts val="1100"/>
              <a:buFont typeface="+mj-lt"/>
              <a:buAutoNum type="arabicPeriod"/>
            </a:pPr>
            <a:r>
              <a:rPr lang="en-US" dirty="0"/>
              <a:t>Ease of Use and Accessibility</a:t>
            </a:r>
          </a:p>
          <a:p>
            <a:pPr marL="685800" lvl="1" indent="-228600">
              <a:buSzPts val="1100"/>
              <a:buFont typeface="+mj-lt"/>
              <a:buAutoNum type="arabicPeriod"/>
            </a:pPr>
            <a:r>
              <a:rPr lang="en-CA" dirty="0"/>
              <a:t>Performance and Reliability</a:t>
            </a:r>
          </a:p>
          <a:p>
            <a:pPr marL="685800" lvl="1" indent="-228600">
              <a:buSzPts val="1100"/>
              <a:buFont typeface="+mj-lt"/>
              <a:buAutoNum type="arabicPeriod"/>
            </a:pPr>
            <a:r>
              <a:rPr lang="en-US" dirty="0"/>
              <a:t>Security and Privacy</a:t>
            </a:r>
          </a:p>
          <a:p>
            <a:pPr marL="228600" indent="-228600">
              <a:buSzPts val="1100"/>
              <a:buFont typeface="+mj-lt"/>
              <a:buAutoNum type="arabicPeriod"/>
            </a:pPr>
            <a:r>
              <a:rPr lang="en-US" sz="1600" dirty="0"/>
              <a:t>Upcoming</a:t>
            </a:r>
            <a:r>
              <a:rPr lang="en-US" dirty="0"/>
              <a:t> </a:t>
            </a:r>
            <a:r>
              <a:rPr lang="en-US" sz="1600" dirty="0"/>
              <a:t>Deadlines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>
            <a:spLocks noGrp="1"/>
          </p:cNvSpPr>
          <p:nvPr>
            <p:ph type="subTitle" idx="1"/>
          </p:nvPr>
        </p:nvSpPr>
        <p:spPr>
          <a:xfrm>
            <a:off x="895950" y="1376661"/>
            <a:ext cx="6807280" cy="26852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Goal: </a:t>
            </a:r>
          </a:p>
          <a:p>
            <a:pPr lvl="1" algn="l"/>
            <a:r>
              <a:rPr lang="en-US" dirty="0"/>
              <a:t>Automatically generate detailed and accessible alt text for technical diagrams.</a:t>
            </a:r>
          </a:p>
          <a:p>
            <a:r>
              <a:rPr lang="en-US" dirty="0"/>
              <a:t>Users: </a:t>
            </a:r>
          </a:p>
          <a:p>
            <a:pPr lvl="1" algn="l"/>
            <a:r>
              <a:rPr lang="en-US" dirty="0"/>
              <a:t>McMaster students, instructors, and accessibility staff.</a:t>
            </a:r>
          </a:p>
          <a:p>
            <a:r>
              <a:rPr lang="en-US" dirty="0"/>
              <a:t>Focus:</a:t>
            </a:r>
          </a:p>
          <a:p>
            <a:pPr lvl="1" algn="l"/>
            <a:r>
              <a:rPr lang="en-US" dirty="0"/>
              <a:t>Inclusion, accessibility, and ease of use. Few constraints on component versions(discussed later).</a:t>
            </a:r>
          </a:p>
        </p:txBody>
      </p:sp>
      <p:sp>
        <p:nvSpPr>
          <p:cNvPr id="553" name="Google Shape;553;p6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Goal, Users, Focus: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3"/>
          <p:cNvSpPr txBox="1">
            <a:spLocks noGrp="1"/>
          </p:cNvSpPr>
          <p:nvPr>
            <p:ph type="subTitle" idx="1"/>
          </p:nvPr>
        </p:nvSpPr>
        <p:spPr>
          <a:xfrm>
            <a:off x="925824" y="1683711"/>
            <a:ext cx="2336400" cy="10073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Accepts images in JPEG and PNG formats.</a:t>
            </a:r>
          </a:p>
        </p:txBody>
      </p:sp>
      <p:sp>
        <p:nvSpPr>
          <p:cNvPr id="519" name="Google Shape;519;p63"/>
          <p:cNvSpPr txBox="1">
            <a:spLocks noGrp="1"/>
          </p:cNvSpPr>
          <p:nvPr>
            <p:ph type="subTitle" idx="8"/>
          </p:nvPr>
        </p:nvSpPr>
        <p:spPr>
          <a:xfrm>
            <a:off x="6087600" y="1697208"/>
            <a:ext cx="2336400" cy="1007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Allows users to edit and save generated alt text.</a:t>
            </a:r>
          </a:p>
        </p:txBody>
      </p:sp>
      <p:sp>
        <p:nvSpPr>
          <p:cNvPr id="524" name="Google Shape;524;p63"/>
          <p:cNvSpPr txBox="1">
            <a:spLocks noGrp="1"/>
          </p:cNvSpPr>
          <p:nvPr>
            <p:ph type="subTitle" idx="5"/>
          </p:nvPr>
        </p:nvSpPr>
        <p:spPr>
          <a:xfrm>
            <a:off x="3403800" y="1697208"/>
            <a:ext cx="2336400" cy="1007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Generates descriptive alternative text using AI.</a:t>
            </a:r>
            <a:endParaRPr dirty="0"/>
          </a:p>
        </p:txBody>
      </p:sp>
      <p:sp>
        <p:nvSpPr>
          <p:cNvPr id="528" name="Google Shape;528;p63"/>
          <p:cNvSpPr txBox="1">
            <a:spLocks noGrp="1"/>
          </p:cNvSpPr>
          <p:nvPr>
            <p:ph type="subTitle" idx="14"/>
          </p:nvPr>
        </p:nvSpPr>
        <p:spPr>
          <a:xfrm>
            <a:off x="760490" y="2966920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Keeps a session history of uploaded files and outputs.</a:t>
            </a:r>
          </a:p>
        </p:txBody>
      </p:sp>
      <p:sp>
        <p:nvSpPr>
          <p:cNvPr id="531" name="Google Shape;531;p63"/>
          <p:cNvSpPr txBox="1">
            <a:spLocks noGrp="1"/>
          </p:cNvSpPr>
          <p:nvPr>
            <p:ph type="subTitle" idx="17"/>
          </p:nvPr>
        </p:nvSpPr>
        <p:spPr>
          <a:xfrm>
            <a:off x="3403800" y="2966921"/>
            <a:ext cx="2336400" cy="8492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buClr>
                <a:schemeClr val="dk1"/>
              </a:buClr>
              <a:buSzPts val="1100"/>
            </a:pPr>
            <a:r>
              <a:rPr lang="en-US" dirty="0"/>
              <a:t>Outputs text compatible with screen readers.</a:t>
            </a:r>
            <a:endParaRPr dirty="0"/>
          </a:p>
        </p:txBody>
      </p:sp>
      <p:sp>
        <p:nvSpPr>
          <p:cNvPr id="534" name="Google Shape;534;p63"/>
          <p:cNvSpPr txBox="1">
            <a:spLocks noGrp="1"/>
          </p:cNvSpPr>
          <p:nvPr>
            <p:ph type="subTitle" idx="20"/>
          </p:nvPr>
        </p:nvSpPr>
        <p:spPr>
          <a:xfrm>
            <a:off x="6087600" y="2966920"/>
            <a:ext cx="2336400" cy="7041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buClr>
                <a:schemeClr val="dk1"/>
              </a:buClr>
              <a:buSzPts val="1100"/>
            </a:pPr>
            <a:r>
              <a:rPr lang="en-US" dirty="0"/>
              <a:t>Requires McMaster SSO login for access</a:t>
            </a:r>
            <a:endParaRPr dirty="0"/>
          </a:p>
        </p:txBody>
      </p:sp>
      <p:sp>
        <p:nvSpPr>
          <p:cNvPr id="535" name="Google Shape;535;p63"/>
          <p:cNvSpPr txBox="1">
            <a:spLocks noGrp="1"/>
          </p:cNvSpPr>
          <p:nvPr>
            <p:ph type="title" idx="21"/>
          </p:nvPr>
        </p:nvSpPr>
        <p:spPr>
          <a:xfrm>
            <a:off x="1778187" y="717133"/>
            <a:ext cx="5560632" cy="7041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dirty="0"/>
              <a:t>Main Functional Requirements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>
          <a:extLst>
            <a:ext uri="{FF2B5EF4-FFF2-40B4-BE49-F238E27FC236}">
              <a16:creationId xmlns:a16="http://schemas.microsoft.com/office/drawing/2014/main" id="{4E44D5C3-06A9-DF0C-6267-243403EAC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3">
            <a:extLst>
              <a:ext uri="{FF2B5EF4-FFF2-40B4-BE49-F238E27FC236}">
                <a16:creationId xmlns:a16="http://schemas.microsoft.com/office/drawing/2014/main" id="{994E37DD-9C1D-A45C-36CC-C5D3CD51AD7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28690" y="1665814"/>
            <a:ext cx="2336400" cy="10073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Clean, modern interface with McMaster branding.</a:t>
            </a:r>
          </a:p>
        </p:txBody>
      </p:sp>
      <p:sp>
        <p:nvSpPr>
          <p:cNvPr id="519" name="Google Shape;519;p63">
            <a:extLst>
              <a:ext uri="{FF2B5EF4-FFF2-40B4-BE49-F238E27FC236}">
                <a16:creationId xmlns:a16="http://schemas.microsoft.com/office/drawing/2014/main" id="{BC2932F2-412A-C5F4-006D-64A2C3301BDF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031484" y="3088391"/>
            <a:ext cx="2336400" cy="1007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High color contrast for readability (min 4.5:1).</a:t>
            </a:r>
          </a:p>
        </p:txBody>
      </p:sp>
      <p:sp>
        <p:nvSpPr>
          <p:cNvPr id="524" name="Google Shape;524;p63">
            <a:extLst>
              <a:ext uri="{FF2B5EF4-FFF2-40B4-BE49-F238E27FC236}">
                <a16:creationId xmlns:a16="http://schemas.microsoft.com/office/drawing/2014/main" id="{A1589B47-5276-7ECC-659D-3E73ADFAD65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031484" y="1671388"/>
            <a:ext cx="2336400" cy="1007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Supports text resizing up to 200%.</a:t>
            </a:r>
            <a:endParaRPr dirty="0"/>
          </a:p>
        </p:txBody>
      </p:sp>
      <p:sp>
        <p:nvSpPr>
          <p:cNvPr id="528" name="Google Shape;528;p63">
            <a:extLst>
              <a:ext uri="{FF2B5EF4-FFF2-40B4-BE49-F238E27FC236}">
                <a16:creationId xmlns:a16="http://schemas.microsoft.com/office/drawing/2014/main" id="{AA2AD6B6-527C-DC9A-C0F2-A8B5E897D960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1928690" y="3088391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Avoids color-only indicators and ensures all images have alt text.</a:t>
            </a:r>
          </a:p>
        </p:txBody>
      </p:sp>
      <p:sp>
        <p:nvSpPr>
          <p:cNvPr id="535" name="Google Shape;535;p63">
            <a:extLst>
              <a:ext uri="{FF2B5EF4-FFF2-40B4-BE49-F238E27FC236}">
                <a16:creationId xmlns:a16="http://schemas.microsoft.com/office/drawing/2014/main" id="{B3794EAF-0FE5-EE16-9E37-7DE970C083C0}"/>
              </a:ext>
            </a:extLst>
          </p:cNvPr>
          <p:cNvSpPr txBox="1">
            <a:spLocks noGrp="1"/>
          </p:cNvSpPr>
          <p:nvPr>
            <p:ph type="title" idx="21"/>
          </p:nvPr>
        </p:nvSpPr>
        <p:spPr>
          <a:xfrm>
            <a:off x="1778187" y="717133"/>
            <a:ext cx="5560632" cy="7041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dirty="0"/>
              <a:t>Design and Look Requirements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9540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>
          <a:extLst>
            <a:ext uri="{FF2B5EF4-FFF2-40B4-BE49-F238E27FC236}">
              <a16:creationId xmlns:a16="http://schemas.microsoft.com/office/drawing/2014/main" id="{6458F44F-B8C9-0203-87F6-BBBDA428C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3">
            <a:extLst>
              <a:ext uri="{FF2B5EF4-FFF2-40B4-BE49-F238E27FC236}">
                <a16:creationId xmlns:a16="http://schemas.microsoft.com/office/drawing/2014/main" id="{6CF0B32D-79C5-5E60-8A5B-7445D2DB4E5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28690" y="1831148"/>
            <a:ext cx="2336400" cy="10073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Simple 5-step or fewer upload-to-output process.</a:t>
            </a:r>
          </a:p>
        </p:txBody>
      </p:sp>
      <p:sp>
        <p:nvSpPr>
          <p:cNvPr id="519" name="Google Shape;519;p63">
            <a:extLst>
              <a:ext uri="{FF2B5EF4-FFF2-40B4-BE49-F238E27FC236}">
                <a16:creationId xmlns:a16="http://schemas.microsoft.com/office/drawing/2014/main" id="{AC3DBD0A-7F5B-3EEA-52E8-2F47854AE51B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031484" y="3088391"/>
            <a:ext cx="2336400" cy="1007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Meets WCAG 2.1 Level AA standards.</a:t>
            </a:r>
          </a:p>
        </p:txBody>
      </p:sp>
      <p:sp>
        <p:nvSpPr>
          <p:cNvPr id="524" name="Google Shape;524;p63">
            <a:extLst>
              <a:ext uri="{FF2B5EF4-FFF2-40B4-BE49-F238E27FC236}">
                <a16:creationId xmlns:a16="http://schemas.microsoft.com/office/drawing/2014/main" id="{C8064D47-2731-D30C-4008-4AFE44A02EB8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031484" y="1836722"/>
            <a:ext cx="2336400" cy="1007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Clear feedback after every user action.</a:t>
            </a:r>
          </a:p>
        </p:txBody>
      </p:sp>
      <p:sp>
        <p:nvSpPr>
          <p:cNvPr id="528" name="Google Shape;528;p63">
            <a:extLst>
              <a:ext uri="{FF2B5EF4-FFF2-40B4-BE49-F238E27FC236}">
                <a16:creationId xmlns:a16="http://schemas.microsoft.com/office/drawing/2014/main" id="{EB859F12-5470-EC57-946A-3C6D0E48DB02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1928690" y="3088391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Compatible with keyboard navigation and screen readers.</a:t>
            </a:r>
          </a:p>
        </p:txBody>
      </p:sp>
      <p:sp>
        <p:nvSpPr>
          <p:cNvPr id="535" name="Google Shape;535;p63">
            <a:extLst>
              <a:ext uri="{FF2B5EF4-FFF2-40B4-BE49-F238E27FC236}">
                <a16:creationId xmlns:a16="http://schemas.microsoft.com/office/drawing/2014/main" id="{A1B5B82B-3288-23A0-B94B-888ED773322B}"/>
              </a:ext>
            </a:extLst>
          </p:cNvPr>
          <p:cNvSpPr txBox="1">
            <a:spLocks noGrp="1"/>
          </p:cNvSpPr>
          <p:nvPr>
            <p:ph type="title" idx="21"/>
          </p:nvPr>
        </p:nvSpPr>
        <p:spPr>
          <a:xfrm>
            <a:off x="1778187" y="496003"/>
            <a:ext cx="5560632" cy="9253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Ease of Use and Accessibility </a:t>
            </a:r>
            <a:r>
              <a:rPr lang="en-CA" dirty="0"/>
              <a:t>Requirements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9703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>
          <a:extLst>
            <a:ext uri="{FF2B5EF4-FFF2-40B4-BE49-F238E27FC236}">
              <a16:creationId xmlns:a16="http://schemas.microsoft.com/office/drawing/2014/main" id="{B5DEF6BE-49AA-AF1E-5ADF-3E13008C3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3">
            <a:extLst>
              <a:ext uri="{FF2B5EF4-FFF2-40B4-BE49-F238E27FC236}">
                <a16:creationId xmlns:a16="http://schemas.microsoft.com/office/drawing/2014/main" id="{64373B4F-A09A-FDFA-1546-75A8990BF19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28690" y="1831148"/>
            <a:ext cx="2336400" cy="10073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Small images: alt text within 3 seconds.</a:t>
            </a:r>
          </a:p>
        </p:txBody>
      </p:sp>
      <p:sp>
        <p:nvSpPr>
          <p:cNvPr id="519" name="Google Shape;519;p63">
            <a:extLst>
              <a:ext uri="{FF2B5EF4-FFF2-40B4-BE49-F238E27FC236}">
                <a16:creationId xmlns:a16="http://schemas.microsoft.com/office/drawing/2014/main" id="{BE6E60FC-AC97-5181-CB91-07FAC90A2087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031484" y="3088391"/>
            <a:ext cx="2336400" cy="1007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Handles invalid files gracefully and recovers from failures.</a:t>
            </a:r>
          </a:p>
        </p:txBody>
      </p:sp>
      <p:sp>
        <p:nvSpPr>
          <p:cNvPr id="524" name="Google Shape;524;p63">
            <a:extLst>
              <a:ext uri="{FF2B5EF4-FFF2-40B4-BE49-F238E27FC236}">
                <a16:creationId xmlns:a16="http://schemas.microsoft.com/office/drawing/2014/main" id="{8D54A88A-37F5-0D94-DCEF-6098B19B0871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031484" y="1836722"/>
            <a:ext cx="2336400" cy="1007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Large images: alt text within 8 seconds.</a:t>
            </a:r>
          </a:p>
        </p:txBody>
      </p:sp>
      <p:sp>
        <p:nvSpPr>
          <p:cNvPr id="528" name="Google Shape;528;p63">
            <a:extLst>
              <a:ext uri="{FF2B5EF4-FFF2-40B4-BE49-F238E27FC236}">
                <a16:creationId xmlns:a16="http://schemas.microsoft.com/office/drawing/2014/main" id="{F727C238-789D-ED85-BD99-D262F2F59A2B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1928690" y="3088391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CA" dirty="0"/>
              <a:t>Responsive UI (within 300ms).</a:t>
            </a:r>
          </a:p>
        </p:txBody>
      </p:sp>
      <p:sp>
        <p:nvSpPr>
          <p:cNvPr id="535" name="Google Shape;535;p63">
            <a:extLst>
              <a:ext uri="{FF2B5EF4-FFF2-40B4-BE49-F238E27FC236}">
                <a16:creationId xmlns:a16="http://schemas.microsoft.com/office/drawing/2014/main" id="{113271B3-D075-FF0D-A966-6C752BA77822}"/>
              </a:ext>
            </a:extLst>
          </p:cNvPr>
          <p:cNvSpPr txBox="1">
            <a:spLocks noGrp="1"/>
          </p:cNvSpPr>
          <p:nvPr>
            <p:ph type="title" idx="21"/>
          </p:nvPr>
        </p:nvSpPr>
        <p:spPr>
          <a:xfrm>
            <a:off x="1778187" y="496003"/>
            <a:ext cx="5560632" cy="9253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dirty="0"/>
              <a:t>Performance and Reliability Requirements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2530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>
          <a:extLst>
            <a:ext uri="{FF2B5EF4-FFF2-40B4-BE49-F238E27FC236}">
              <a16:creationId xmlns:a16="http://schemas.microsoft.com/office/drawing/2014/main" id="{8B294E28-591F-57DA-0C91-261D6B77D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3">
            <a:extLst>
              <a:ext uri="{FF2B5EF4-FFF2-40B4-BE49-F238E27FC236}">
                <a16:creationId xmlns:a16="http://schemas.microsoft.com/office/drawing/2014/main" id="{59F68F8B-5F9D-9099-9027-C9DEE23C55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28690" y="1836722"/>
            <a:ext cx="2336400" cy="10073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Restricted to McMaster users via SSO login.</a:t>
            </a:r>
          </a:p>
        </p:txBody>
      </p:sp>
      <p:sp>
        <p:nvSpPr>
          <p:cNvPr id="519" name="Google Shape;519;p63">
            <a:extLst>
              <a:ext uri="{FF2B5EF4-FFF2-40B4-BE49-F238E27FC236}">
                <a16:creationId xmlns:a16="http://schemas.microsoft.com/office/drawing/2014/main" id="{3CD88154-6AC0-4157-2397-F854B168C22D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031484" y="3093965"/>
            <a:ext cx="2336400" cy="1007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No personal or sensitive data stored or shared.</a:t>
            </a:r>
          </a:p>
        </p:txBody>
      </p:sp>
      <p:sp>
        <p:nvSpPr>
          <p:cNvPr id="524" name="Google Shape;524;p63">
            <a:extLst>
              <a:ext uri="{FF2B5EF4-FFF2-40B4-BE49-F238E27FC236}">
                <a16:creationId xmlns:a16="http://schemas.microsoft.com/office/drawing/2014/main" id="{32EEED39-9009-B44E-C6A3-847CD3B955C8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031484" y="1836722"/>
            <a:ext cx="2336400" cy="1007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CA" dirty="0"/>
              <a:t>Encrypted communication (HTTPS).</a:t>
            </a:r>
          </a:p>
        </p:txBody>
      </p:sp>
      <p:sp>
        <p:nvSpPr>
          <p:cNvPr id="528" name="Google Shape;528;p63">
            <a:extLst>
              <a:ext uri="{FF2B5EF4-FFF2-40B4-BE49-F238E27FC236}">
                <a16:creationId xmlns:a16="http://schemas.microsoft.com/office/drawing/2014/main" id="{0E7C8841-45BF-DFFF-4870-0D4A67250DAA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1928690" y="3093965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/>
            <a:r>
              <a:rPr lang="en-US" dirty="0"/>
              <a:t>Images deleted after each session.</a:t>
            </a:r>
          </a:p>
        </p:txBody>
      </p:sp>
      <p:sp>
        <p:nvSpPr>
          <p:cNvPr id="535" name="Google Shape;535;p63">
            <a:extLst>
              <a:ext uri="{FF2B5EF4-FFF2-40B4-BE49-F238E27FC236}">
                <a16:creationId xmlns:a16="http://schemas.microsoft.com/office/drawing/2014/main" id="{3675C21F-5E11-66DF-AD0F-9E7E248A0F80}"/>
              </a:ext>
            </a:extLst>
          </p:cNvPr>
          <p:cNvSpPr txBox="1">
            <a:spLocks noGrp="1"/>
          </p:cNvSpPr>
          <p:nvPr>
            <p:ph type="title" idx="21"/>
          </p:nvPr>
        </p:nvSpPr>
        <p:spPr>
          <a:xfrm>
            <a:off x="1778187" y="496003"/>
            <a:ext cx="5560632" cy="9253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dirty="0"/>
              <a:t>Security and Privacy Requirements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3688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CFB80-3754-115B-6B9D-FE88C8CC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Deadlines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1376CF-6635-981A-45A5-4A7332195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598" y="1161578"/>
            <a:ext cx="6140989" cy="3438954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A9B2A84F-936E-D597-0D17-760836878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4514" y="1638780"/>
            <a:ext cx="299175" cy="299175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6254270D-A7C4-92EE-D968-480B22DDE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1802" y="2070090"/>
            <a:ext cx="299175" cy="299175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0DCE1C72-CF49-70EE-0DBE-9FBC1947F6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1802" y="2460896"/>
            <a:ext cx="299175" cy="29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10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C52BA3-FA80-BED0-5AF9-28688C614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9950" y="2350800"/>
            <a:ext cx="7064100" cy="441900"/>
          </a:xfrm>
        </p:spPr>
        <p:txBody>
          <a:bodyPr/>
          <a:lstStyle/>
          <a:p>
            <a:r>
              <a:rPr lang="en-US" dirty="0"/>
              <a:t>Thank you for listening!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42046008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300</Words>
  <Application>Microsoft Office PowerPoint</Application>
  <PresentationFormat>On-screen Show (16:9)</PresentationFormat>
  <Paragraphs>47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Lato</vt:lpstr>
      <vt:lpstr>Vidaloka</vt:lpstr>
      <vt:lpstr>Montserrat</vt:lpstr>
      <vt:lpstr>Minimalist Business Slides XL by Slidesgo</vt:lpstr>
      <vt:lpstr>Software Requirements Specification (SRS) for Bridging Gaps: AI for Diagram Accessibility</vt:lpstr>
      <vt:lpstr>Brief Overview:</vt:lpstr>
      <vt:lpstr>Goal, Users, Focus:</vt:lpstr>
      <vt:lpstr>Main Functional Requirements</vt:lpstr>
      <vt:lpstr>Design and Look Requirements</vt:lpstr>
      <vt:lpstr>Ease of Use and Accessibility Requirements</vt:lpstr>
      <vt:lpstr>Performance and Reliability Requirements</vt:lpstr>
      <vt:lpstr>Security and Privacy Requirements</vt:lpstr>
      <vt:lpstr>Upcoming Deadlines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Nawaal Fatima</cp:lastModifiedBy>
  <cp:revision>1</cp:revision>
  <dcterms:modified xsi:type="dcterms:W3CDTF">2025-10-30T04:45:52Z</dcterms:modified>
</cp:coreProperties>
</file>