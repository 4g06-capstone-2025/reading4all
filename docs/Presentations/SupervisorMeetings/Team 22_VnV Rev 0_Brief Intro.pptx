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2"/>
  </p:notesMasterIdLst>
  <p:sldIdLst>
    <p:sldId id="256" r:id="rId2"/>
    <p:sldId id="257" r:id="rId3"/>
    <p:sldId id="262" r:id="rId4"/>
    <p:sldId id="353" r:id="rId5"/>
    <p:sldId id="354" r:id="rId6"/>
    <p:sldId id="355" r:id="rId7"/>
    <p:sldId id="356" r:id="rId8"/>
    <p:sldId id="357" r:id="rId9"/>
    <p:sldId id="352" r:id="rId10"/>
    <p:sldId id="351" r:id="rId11"/>
  </p:sldIdLst>
  <p:sldSz cx="9144000" cy="5143500" type="screen16x9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Vidaloka" panose="020B060402020202020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F53914-812F-448A-B85A-E93CE8086342}" v="15" dt="2025-11-13T03:15:26.530"/>
  </p1510:revLst>
</p1510:revInfo>
</file>

<file path=ppt/tableStyles.xml><?xml version="1.0" encoding="utf-8"?>
<a:tblStyleLst xmlns:a="http://schemas.openxmlformats.org/drawingml/2006/main" def="{230FCFFC-949E-4C13-9788-3FCF3B533DA8}">
  <a:tblStyle styleId="{230FCFFC-949E-4C13-9788-3FCF3B533D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662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waal Fatima" userId="273c52e4-34a5-484d-bce1-839df0cb9e4b" providerId="ADAL" clId="{70061ACD-67AF-4674-B815-D2C9B1FEB4E9}"/>
    <pc:docChg chg="undo custSel addSld delSld modSld sldOrd delMainMaster">
      <pc:chgData name="Nawaal Fatima" userId="273c52e4-34a5-484d-bce1-839df0cb9e4b" providerId="ADAL" clId="{70061ACD-67AF-4674-B815-D2C9B1FEB4E9}" dt="2025-11-13T03:15:58.598" v="1804" actId="14100"/>
      <pc:docMkLst>
        <pc:docMk/>
      </pc:docMkLst>
      <pc:sldChg chg="modSp mod modAnim">
        <pc:chgData name="Nawaal Fatima" userId="273c52e4-34a5-484d-bce1-839df0cb9e4b" providerId="ADAL" clId="{70061ACD-67AF-4674-B815-D2C9B1FEB4E9}" dt="2025-11-11T19:47:09.820" v="767" actId="20577"/>
        <pc:sldMkLst>
          <pc:docMk/>
          <pc:sldMk cId="0" sldId="256"/>
        </pc:sldMkLst>
        <pc:spChg chg="mod">
          <ac:chgData name="Nawaal Fatima" userId="273c52e4-34a5-484d-bce1-839df0cb9e4b" providerId="ADAL" clId="{70061ACD-67AF-4674-B815-D2C9B1FEB4E9}" dt="2025-11-11T19:47:09.820" v="767" actId="20577"/>
          <ac:spMkLst>
            <pc:docMk/>
            <pc:sldMk cId="0" sldId="256"/>
            <ac:spMk id="488" creationId="{00000000-0000-0000-0000-000000000000}"/>
          </ac:spMkLst>
        </pc:spChg>
        <pc:spChg chg="mod">
          <ac:chgData name="Nawaal Fatima" userId="273c52e4-34a5-484d-bce1-839df0cb9e4b" providerId="ADAL" clId="{70061ACD-67AF-4674-B815-D2C9B1FEB4E9}" dt="2025-10-30T04:32:53.487" v="608" actId="20577"/>
          <ac:spMkLst>
            <pc:docMk/>
            <pc:sldMk cId="0" sldId="256"/>
            <ac:spMk id="489" creationId="{00000000-0000-0000-0000-000000000000}"/>
          </ac:spMkLst>
        </pc:spChg>
      </pc:sldChg>
      <pc:sldChg chg="modSp mod">
        <pc:chgData name="Nawaal Fatima" userId="273c52e4-34a5-484d-bce1-839df0cb9e4b" providerId="ADAL" clId="{70061ACD-67AF-4674-B815-D2C9B1FEB4E9}" dt="2025-11-13T03:02:22.357" v="1721" actId="20577"/>
        <pc:sldMkLst>
          <pc:docMk/>
          <pc:sldMk cId="0" sldId="257"/>
        </pc:sldMkLst>
        <pc:spChg chg="mod">
          <ac:chgData name="Nawaal Fatima" userId="273c52e4-34a5-484d-bce1-839df0cb9e4b" providerId="ADAL" clId="{70061ACD-67AF-4674-B815-D2C9B1FEB4E9}" dt="2025-11-13T03:02:22.357" v="1721" actId="20577"/>
          <ac:spMkLst>
            <pc:docMk/>
            <pc:sldMk cId="0" sldId="257"/>
            <ac:spMk id="495" creationId="{00000000-0000-0000-0000-000000000000}"/>
          </ac:spMkLst>
        </pc:spChg>
      </pc:sldChg>
      <pc:sldChg chg="addSp delSp modSp del mod ord delAnim modAnim modNotes">
        <pc:chgData name="Nawaal Fatima" userId="273c52e4-34a5-484d-bce1-839df0cb9e4b" providerId="ADAL" clId="{70061ACD-67AF-4674-B815-D2C9B1FEB4E9}" dt="2025-11-13T02:57:16.368" v="1649" actId="47"/>
        <pc:sldMkLst>
          <pc:docMk/>
          <pc:sldMk cId="0" sldId="259"/>
        </pc:sldMkLst>
      </pc:sldChg>
      <pc:sldChg chg="addSp delSp modSp mod ord modNotes">
        <pc:chgData name="Nawaal Fatima" userId="273c52e4-34a5-484d-bce1-839df0cb9e4b" providerId="ADAL" clId="{70061ACD-67AF-4674-B815-D2C9B1FEB4E9}" dt="2025-11-13T03:15:58.598" v="1804" actId="14100"/>
        <pc:sldMkLst>
          <pc:docMk/>
          <pc:sldMk cId="0" sldId="262"/>
        </pc:sldMkLst>
        <pc:spChg chg="mod">
          <ac:chgData name="Nawaal Fatima" userId="273c52e4-34a5-484d-bce1-839df0cb9e4b" providerId="ADAL" clId="{70061ACD-67AF-4674-B815-D2C9B1FEB4E9}" dt="2025-11-13T03:15:58.598" v="1804" actId="14100"/>
          <ac:spMkLst>
            <pc:docMk/>
            <pc:sldMk cId="0" sldId="262"/>
            <ac:spMk id="552" creationId="{00000000-0000-0000-0000-000000000000}"/>
          </ac:spMkLst>
        </pc:spChg>
        <pc:spChg chg="mod">
          <ac:chgData name="Nawaal Fatima" userId="273c52e4-34a5-484d-bce1-839df0cb9e4b" providerId="ADAL" clId="{70061ACD-67AF-4674-B815-D2C9B1FEB4E9}" dt="2025-11-11T19:52:39.039" v="983" actId="20577"/>
          <ac:spMkLst>
            <pc:docMk/>
            <pc:sldMk cId="0" sldId="262"/>
            <ac:spMk id="553" creationId="{00000000-0000-0000-0000-000000000000}"/>
          </ac:spMkLst>
        </pc:spChg>
      </pc:sldChg>
      <pc:sldChg chg="addSp delSp modSp add del mod delAnim modAnim">
        <pc:chgData name="Nawaal Fatima" userId="273c52e4-34a5-484d-bce1-839df0cb9e4b" providerId="ADAL" clId="{70061ACD-67AF-4674-B815-D2C9B1FEB4E9}" dt="2025-11-13T02:57:16.368" v="1649" actId="47"/>
        <pc:sldMkLst>
          <pc:docMk/>
          <pc:sldMk cId="849540245" sldId="347"/>
        </pc:sldMkLst>
      </pc:sldChg>
      <pc:sldChg chg="modSp add del mod modAnim">
        <pc:chgData name="Nawaal Fatima" userId="273c52e4-34a5-484d-bce1-839df0cb9e4b" providerId="ADAL" clId="{70061ACD-67AF-4674-B815-D2C9B1FEB4E9}" dt="2025-11-13T02:57:16.368" v="1649" actId="47"/>
        <pc:sldMkLst>
          <pc:docMk/>
          <pc:sldMk cId="4039703935" sldId="348"/>
        </pc:sldMkLst>
      </pc:sldChg>
      <pc:sldChg chg="modSp add del modAnim">
        <pc:chgData name="Nawaal Fatima" userId="273c52e4-34a5-484d-bce1-839df0cb9e4b" providerId="ADAL" clId="{70061ACD-67AF-4674-B815-D2C9B1FEB4E9}" dt="2025-11-13T02:57:16.368" v="1649" actId="47"/>
        <pc:sldMkLst>
          <pc:docMk/>
          <pc:sldMk cId="4162530038" sldId="349"/>
        </pc:sldMkLst>
      </pc:sldChg>
      <pc:sldChg chg="modSp add del mod modAnim">
        <pc:chgData name="Nawaal Fatima" userId="273c52e4-34a5-484d-bce1-839df0cb9e4b" providerId="ADAL" clId="{70061ACD-67AF-4674-B815-D2C9B1FEB4E9}" dt="2025-11-13T02:57:16.368" v="1649" actId="47"/>
        <pc:sldMkLst>
          <pc:docMk/>
          <pc:sldMk cId="2653688428" sldId="350"/>
        </pc:sldMkLst>
      </pc:sldChg>
      <pc:sldChg chg="addSp delSp modSp new mod modClrScheme chgLayout">
        <pc:chgData name="Nawaal Fatima" userId="273c52e4-34a5-484d-bce1-839df0cb9e4b" providerId="ADAL" clId="{70061ACD-67AF-4674-B815-D2C9B1FEB4E9}" dt="2025-10-30T04:45:42.265" v="754" actId="1076"/>
        <pc:sldMkLst>
          <pc:docMk/>
          <pc:sldMk cId="2142046008" sldId="351"/>
        </pc:sldMkLst>
        <pc:spChg chg="add mod">
          <ac:chgData name="Nawaal Fatima" userId="273c52e4-34a5-484d-bce1-839df0cb9e4b" providerId="ADAL" clId="{70061ACD-67AF-4674-B815-D2C9B1FEB4E9}" dt="2025-10-30T04:45:42.265" v="754" actId="1076"/>
          <ac:spMkLst>
            <pc:docMk/>
            <pc:sldMk cId="2142046008" sldId="351"/>
            <ac:spMk id="3" creationId="{D4C52BA3-FA80-BED0-5AF9-28688C614548}"/>
          </ac:spMkLst>
        </pc:spChg>
      </pc:sldChg>
      <pc:sldChg chg="addSp delSp modSp new mod">
        <pc:chgData name="Nawaal Fatima" userId="273c52e4-34a5-484d-bce1-839df0cb9e4b" providerId="ADAL" clId="{70061ACD-67AF-4674-B815-D2C9B1FEB4E9}" dt="2025-11-13T03:12:54.560" v="1726" actId="1076"/>
        <pc:sldMkLst>
          <pc:docMk/>
          <pc:sldMk cId="1138510432" sldId="352"/>
        </pc:sldMkLst>
        <pc:spChg chg="mod">
          <ac:chgData name="Nawaal Fatima" userId="273c52e4-34a5-484d-bce1-839df0cb9e4b" providerId="ADAL" clId="{70061ACD-67AF-4674-B815-D2C9B1FEB4E9}" dt="2025-10-30T04:39:11.761" v="679" actId="20577"/>
          <ac:spMkLst>
            <pc:docMk/>
            <pc:sldMk cId="1138510432" sldId="352"/>
            <ac:spMk id="2" creationId="{CA2CFB80-3754-115B-6B9D-FE88C8CC2962}"/>
          </ac:spMkLst>
        </pc:spChg>
        <pc:spChg chg="add mod">
          <ac:chgData name="Nawaal Fatima" userId="273c52e4-34a5-484d-bce1-839df0cb9e4b" providerId="ADAL" clId="{70061ACD-67AF-4674-B815-D2C9B1FEB4E9}" dt="2025-11-13T03:12:51.776" v="1725" actId="1076"/>
          <ac:spMkLst>
            <pc:docMk/>
            <pc:sldMk cId="1138510432" sldId="352"/>
            <ac:spMk id="3" creationId="{BD43F181-EEEA-5BFE-136E-EA0B0C0CCB96}"/>
          </ac:spMkLst>
        </pc:spChg>
        <pc:spChg chg="add mod">
          <ac:chgData name="Nawaal Fatima" userId="273c52e4-34a5-484d-bce1-839df0cb9e4b" providerId="ADAL" clId="{70061ACD-67AF-4674-B815-D2C9B1FEB4E9}" dt="2025-11-13T03:12:54.560" v="1726" actId="1076"/>
          <ac:spMkLst>
            <pc:docMk/>
            <pc:sldMk cId="1138510432" sldId="352"/>
            <ac:spMk id="6" creationId="{55FE19D0-8B0F-1609-B406-98635CA78D9A}"/>
          </ac:spMkLst>
        </pc:spChg>
        <pc:picChg chg="add mod">
          <ac:chgData name="Nawaal Fatima" userId="273c52e4-34a5-484d-bce1-839df0cb9e4b" providerId="ADAL" clId="{70061ACD-67AF-4674-B815-D2C9B1FEB4E9}" dt="2025-11-13T03:12:45.923" v="1724" actId="1076"/>
          <ac:picMkLst>
            <pc:docMk/>
            <pc:sldMk cId="1138510432" sldId="352"/>
            <ac:picMk id="5" creationId="{2B1376CF-6635-981A-45A5-4A73321958F6}"/>
          </ac:picMkLst>
        </pc:picChg>
        <pc:picChg chg="add mod">
          <ac:chgData name="Nawaal Fatima" userId="273c52e4-34a5-484d-bce1-839df0cb9e4b" providerId="ADAL" clId="{70061ACD-67AF-4674-B815-D2C9B1FEB4E9}" dt="2025-10-30T04:40:46.941" v="747" actId="1076"/>
          <ac:picMkLst>
            <pc:docMk/>
            <pc:sldMk cId="1138510432" sldId="352"/>
            <ac:picMk id="7" creationId="{A9B2A84F-936E-D597-0D17-7608368787AB}"/>
          </ac:picMkLst>
        </pc:picChg>
        <pc:picChg chg="add mod">
          <ac:chgData name="Nawaal Fatima" userId="273c52e4-34a5-484d-bce1-839df0cb9e4b" providerId="ADAL" clId="{70061ACD-67AF-4674-B815-D2C9B1FEB4E9}" dt="2025-10-30T04:40:45.038" v="746" actId="1076"/>
          <ac:picMkLst>
            <pc:docMk/>
            <pc:sldMk cId="1138510432" sldId="352"/>
            <ac:picMk id="10" creationId="{6254270D-A7C4-92EE-D968-480B22DDE5F1}"/>
          </ac:picMkLst>
        </pc:picChg>
        <pc:picChg chg="add mod">
          <ac:chgData name="Nawaal Fatima" userId="273c52e4-34a5-484d-bce1-839df0cb9e4b" providerId="ADAL" clId="{70061ACD-67AF-4674-B815-D2C9B1FEB4E9}" dt="2025-10-30T04:40:40.870" v="745" actId="1076"/>
          <ac:picMkLst>
            <pc:docMk/>
            <pc:sldMk cId="1138510432" sldId="352"/>
            <ac:picMk id="11" creationId="{0DCE1C72-CF49-70EE-0DBE-9FBC1947F69F}"/>
          </ac:picMkLst>
        </pc:picChg>
      </pc:sldChg>
      <pc:sldChg chg="addSp delSp modSp add mod">
        <pc:chgData name="Nawaal Fatima" userId="273c52e4-34a5-484d-bce1-839df0cb9e4b" providerId="ADAL" clId="{70061ACD-67AF-4674-B815-D2C9B1FEB4E9}" dt="2025-11-13T02:45:43.818" v="1439" actId="478"/>
        <pc:sldMkLst>
          <pc:docMk/>
          <pc:sldMk cId="2340509064" sldId="353"/>
        </pc:sldMkLst>
        <pc:spChg chg="add del mod">
          <ac:chgData name="Nawaal Fatima" userId="273c52e4-34a5-484d-bce1-839df0cb9e4b" providerId="ADAL" clId="{70061ACD-67AF-4674-B815-D2C9B1FEB4E9}" dt="2025-11-13T02:45:43.818" v="1439" actId="478"/>
          <ac:spMkLst>
            <pc:docMk/>
            <pc:sldMk cId="2340509064" sldId="353"/>
            <ac:spMk id="2" creationId="{EE5A8B49-9049-FD9C-D891-B52BDA330EF1}"/>
          </ac:spMkLst>
        </pc:spChg>
        <pc:spChg chg="add del mod">
          <ac:chgData name="Nawaal Fatima" userId="273c52e4-34a5-484d-bce1-839df0cb9e4b" providerId="ADAL" clId="{70061ACD-67AF-4674-B815-D2C9B1FEB4E9}" dt="2025-11-13T02:45:43.818" v="1439" actId="478"/>
          <ac:spMkLst>
            <pc:docMk/>
            <pc:sldMk cId="2340509064" sldId="353"/>
            <ac:spMk id="3" creationId="{98F59764-73BB-A681-8982-FF73B58C9ED1}"/>
          </ac:spMkLst>
        </pc:spChg>
        <pc:spChg chg="mod">
          <ac:chgData name="Nawaal Fatima" userId="273c52e4-34a5-484d-bce1-839df0cb9e4b" providerId="ADAL" clId="{70061ACD-67AF-4674-B815-D2C9B1FEB4E9}" dt="2025-11-13T02:45:06.123" v="1428" actId="20577"/>
          <ac:spMkLst>
            <pc:docMk/>
            <pc:sldMk cId="2340509064" sldId="353"/>
            <ac:spMk id="552" creationId="{A3FD8FD5-E395-D612-EC12-31667D7490F8}"/>
          </ac:spMkLst>
        </pc:spChg>
        <pc:spChg chg="mod">
          <ac:chgData name="Nawaal Fatima" userId="273c52e4-34a5-484d-bce1-839df0cb9e4b" providerId="ADAL" clId="{70061ACD-67AF-4674-B815-D2C9B1FEB4E9}" dt="2025-11-13T02:44:11.344" v="1354" actId="14100"/>
          <ac:spMkLst>
            <pc:docMk/>
            <pc:sldMk cId="2340509064" sldId="353"/>
            <ac:spMk id="553" creationId="{3B4582C5-D678-D0B1-7E00-4F321425233A}"/>
          </ac:spMkLst>
        </pc:spChg>
      </pc:sldChg>
      <pc:sldChg chg="addSp delSp modSp add mod">
        <pc:chgData name="Nawaal Fatima" userId="273c52e4-34a5-484d-bce1-839df0cb9e4b" providerId="ADAL" clId="{70061ACD-67AF-4674-B815-D2C9B1FEB4E9}" dt="2025-11-13T02:46:27.926" v="1452" actId="120"/>
        <pc:sldMkLst>
          <pc:docMk/>
          <pc:sldMk cId="150059823" sldId="354"/>
        </pc:sldMkLst>
        <pc:spChg chg="mod">
          <ac:chgData name="Nawaal Fatima" userId="273c52e4-34a5-484d-bce1-839df0cb9e4b" providerId="ADAL" clId="{70061ACD-67AF-4674-B815-D2C9B1FEB4E9}" dt="2025-11-13T02:46:27.926" v="1452" actId="120"/>
          <ac:spMkLst>
            <pc:docMk/>
            <pc:sldMk cId="150059823" sldId="354"/>
            <ac:spMk id="2" creationId="{B4376F1B-FE25-1F48-5F18-4BA7CCB13D48}"/>
          </ac:spMkLst>
        </pc:spChg>
        <pc:spChg chg="mod">
          <ac:chgData name="Nawaal Fatima" userId="273c52e4-34a5-484d-bce1-839df0cb9e4b" providerId="ADAL" clId="{70061ACD-67AF-4674-B815-D2C9B1FEB4E9}" dt="2025-11-13T02:46:03.600" v="1443" actId="1076"/>
          <ac:spMkLst>
            <pc:docMk/>
            <pc:sldMk cId="150059823" sldId="354"/>
            <ac:spMk id="3" creationId="{7F3F8455-5041-90B9-E0B1-C3268AAB0310}"/>
          </ac:spMkLst>
        </pc:spChg>
        <pc:spChg chg="add del mod">
          <ac:chgData name="Nawaal Fatima" userId="273c52e4-34a5-484d-bce1-839df0cb9e4b" providerId="ADAL" clId="{70061ACD-67AF-4674-B815-D2C9B1FEB4E9}" dt="2025-11-13T02:45:53.047" v="1442" actId="478"/>
          <ac:spMkLst>
            <pc:docMk/>
            <pc:sldMk cId="150059823" sldId="354"/>
            <ac:spMk id="5" creationId="{F73450DA-7AB8-25C4-72BF-AF1AF8FC18B9}"/>
          </ac:spMkLst>
        </pc:spChg>
        <pc:spChg chg="add del mod">
          <ac:chgData name="Nawaal Fatima" userId="273c52e4-34a5-484d-bce1-839df0cb9e4b" providerId="ADAL" clId="{70061ACD-67AF-4674-B815-D2C9B1FEB4E9}" dt="2025-11-13T02:45:51.754" v="1441" actId="478"/>
          <ac:spMkLst>
            <pc:docMk/>
            <pc:sldMk cId="150059823" sldId="354"/>
            <ac:spMk id="7" creationId="{026E01B5-8615-743E-F512-64BA63E69942}"/>
          </ac:spMkLst>
        </pc:spChg>
        <pc:spChg chg="del">
          <ac:chgData name="Nawaal Fatima" userId="273c52e4-34a5-484d-bce1-839df0cb9e4b" providerId="ADAL" clId="{70061ACD-67AF-4674-B815-D2C9B1FEB4E9}" dt="2025-11-13T02:45:48.597" v="1440" actId="478"/>
          <ac:spMkLst>
            <pc:docMk/>
            <pc:sldMk cId="150059823" sldId="354"/>
            <ac:spMk id="552" creationId="{6D1452F4-1ACC-24C2-963A-3C459B7C1429}"/>
          </ac:spMkLst>
        </pc:spChg>
        <pc:spChg chg="del">
          <ac:chgData name="Nawaal Fatima" userId="273c52e4-34a5-484d-bce1-839df0cb9e4b" providerId="ADAL" clId="{70061ACD-67AF-4674-B815-D2C9B1FEB4E9}" dt="2025-11-13T02:45:48.597" v="1440" actId="478"/>
          <ac:spMkLst>
            <pc:docMk/>
            <pc:sldMk cId="150059823" sldId="354"/>
            <ac:spMk id="553" creationId="{940681E0-6137-CE6D-E23C-6AD9DBB9FCA0}"/>
          </ac:spMkLst>
        </pc:spChg>
      </pc:sldChg>
      <pc:sldChg chg="addSp delSp modSp new mod ord">
        <pc:chgData name="Nawaal Fatima" userId="273c52e4-34a5-484d-bce1-839df0cb9e4b" providerId="ADAL" clId="{70061ACD-67AF-4674-B815-D2C9B1FEB4E9}" dt="2025-11-13T02:51:09.898" v="1552" actId="20577"/>
        <pc:sldMkLst>
          <pc:docMk/>
          <pc:sldMk cId="4036654006" sldId="355"/>
        </pc:sldMkLst>
        <pc:spChg chg="mod">
          <ac:chgData name="Nawaal Fatima" userId="273c52e4-34a5-484d-bce1-839df0cb9e4b" providerId="ADAL" clId="{70061ACD-67AF-4674-B815-D2C9B1FEB4E9}" dt="2025-11-13T02:48:38.287" v="1515"/>
          <ac:spMkLst>
            <pc:docMk/>
            <pc:sldMk cId="4036654006" sldId="355"/>
            <ac:spMk id="2" creationId="{6F9777C9-AF09-BE48-D5C3-A2122E6189BB}"/>
          </ac:spMkLst>
        </pc:spChg>
        <pc:spChg chg="del mod">
          <ac:chgData name="Nawaal Fatima" userId="273c52e4-34a5-484d-bce1-839df0cb9e4b" providerId="ADAL" clId="{70061ACD-67AF-4674-B815-D2C9B1FEB4E9}" dt="2025-11-13T02:48:32.734" v="1514" actId="478"/>
          <ac:spMkLst>
            <pc:docMk/>
            <pc:sldMk cId="4036654006" sldId="355"/>
            <ac:spMk id="3" creationId="{6A4FB049-E586-EFDD-38AA-0E54028DEDFD}"/>
          </ac:spMkLst>
        </pc:spChg>
        <pc:graphicFrameChg chg="add mod modGraphic">
          <ac:chgData name="Nawaal Fatima" userId="273c52e4-34a5-484d-bce1-839df0cb9e4b" providerId="ADAL" clId="{70061ACD-67AF-4674-B815-D2C9B1FEB4E9}" dt="2025-11-13T02:51:09.898" v="1552" actId="20577"/>
          <ac:graphicFrameMkLst>
            <pc:docMk/>
            <pc:sldMk cId="4036654006" sldId="355"/>
            <ac:graphicFrameMk id="4" creationId="{92353218-8519-0EBC-E547-0E55D7F25F9E}"/>
          </ac:graphicFrameMkLst>
        </pc:graphicFrameChg>
      </pc:sldChg>
      <pc:sldChg chg="addSp delSp modSp new mod">
        <pc:chgData name="Nawaal Fatima" userId="273c52e4-34a5-484d-bce1-839df0cb9e4b" providerId="ADAL" clId="{70061ACD-67AF-4674-B815-D2C9B1FEB4E9}" dt="2025-11-13T02:53:02.401" v="1598" actId="1076"/>
        <pc:sldMkLst>
          <pc:docMk/>
          <pc:sldMk cId="3729680383" sldId="356"/>
        </pc:sldMkLst>
        <pc:spChg chg="mod">
          <ac:chgData name="Nawaal Fatima" userId="273c52e4-34a5-484d-bce1-839df0cb9e4b" providerId="ADAL" clId="{70061ACD-67AF-4674-B815-D2C9B1FEB4E9}" dt="2025-11-13T02:52:55.630" v="1596" actId="20577"/>
          <ac:spMkLst>
            <pc:docMk/>
            <pc:sldMk cId="3729680383" sldId="356"/>
            <ac:spMk id="2" creationId="{D086C056-774B-684D-71AD-C585F630D76E}"/>
          </ac:spMkLst>
        </pc:spChg>
        <pc:spChg chg="del mod">
          <ac:chgData name="Nawaal Fatima" userId="273c52e4-34a5-484d-bce1-839df0cb9e4b" providerId="ADAL" clId="{70061ACD-67AF-4674-B815-D2C9B1FEB4E9}" dt="2025-11-13T02:52:47.851" v="1560" actId="478"/>
          <ac:spMkLst>
            <pc:docMk/>
            <pc:sldMk cId="3729680383" sldId="356"/>
            <ac:spMk id="3" creationId="{CCACA1B7-B796-BA03-CEB9-B7677D4AAA41}"/>
          </ac:spMkLst>
        </pc:spChg>
        <pc:picChg chg="add del mod">
          <ac:chgData name="Nawaal Fatima" userId="273c52e4-34a5-484d-bce1-839df0cb9e4b" providerId="ADAL" clId="{70061ACD-67AF-4674-B815-D2C9B1FEB4E9}" dt="2025-11-13T02:52:43.702" v="1557" actId="21"/>
          <ac:picMkLst>
            <pc:docMk/>
            <pc:sldMk cId="3729680383" sldId="356"/>
            <ac:picMk id="5" creationId="{7BCE3CC2-72FD-C05A-B9D1-1A70234A17D5}"/>
          </ac:picMkLst>
        </pc:picChg>
        <pc:picChg chg="add mod">
          <ac:chgData name="Nawaal Fatima" userId="273c52e4-34a5-484d-bce1-839df0cb9e4b" providerId="ADAL" clId="{70061ACD-67AF-4674-B815-D2C9B1FEB4E9}" dt="2025-11-13T02:53:02.401" v="1598" actId="1076"/>
          <ac:picMkLst>
            <pc:docMk/>
            <pc:sldMk cId="3729680383" sldId="356"/>
            <ac:picMk id="6" creationId="{7BCE3CC2-72FD-C05A-B9D1-1A70234A17D5}"/>
          </ac:picMkLst>
        </pc:picChg>
      </pc:sldChg>
      <pc:sldChg chg="addSp delSp modSp add mod">
        <pc:chgData name="Nawaal Fatima" userId="273c52e4-34a5-484d-bce1-839df0cb9e4b" providerId="ADAL" clId="{70061ACD-67AF-4674-B815-D2C9B1FEB4E9}" dt="2025-11-13T02:56:09.633" v="1648" actId="14100"/>
        <pc:sldMkLst>
          <pc:docMk/>
          <pc:sldMk cId="3207664197" sldId="357"/>
        </pc:sldMkLst>
        <pc:spChg chg="mod">
          <ac:chgData name="Nawaal Fatima" userId="273c52e4-34a5-484d-bce1-839df0cb9e4b" providerId="ADAL" clId="{70061ACD-67AF-4674-B815-D2C9B1FEB4E9}" dt="2025-11-13T02:56:09.633" v="1648" actId="14100"/>
          <ac:spMkLst>
            <pc:docMk/>
            <pc:sldMk cId="3207664197" sldId="357"/>
            <ac:spMk id="2" creationId="{0175471C-F734-0B99-5DA6-9D9710E8488E}"/>
          </ac:spMkLst>
        </pc:spChg>
        <pc:picChg chg="add del">
          <ac:chgData name="Nawaal Fatima" userId="273c52e4-34a5-484d-bce1-839df0cb9e4b" providerId="ADAL" clId="{70061ACD-67AF-4674-B815-D2C9B1FEB4E9}" dt="2025-11-13T02:54:55.185" v="1601" actId="21"/>
          <ac:picMkLst>
            <pc:docMk/>
            <pc:sldMk cId="3207664197" sldId="357"/>
            <ac:picMk id="4" creationId="{3B2D35EB-5ACA-CF0F-8C4D-7CFCE8CEABCC}"/>
          </ac:picMkLst>
        </pc:picChg>
        <pc:picChg chg="add mod">
          <ac:chgData name="Nawaal Fatima" userId="273c52e4-34a5-484d-bce1-839df0cb9e4b" providerId="ADAL" clId="{70061ACD-67AF-4674-B815-D2C9B1FEB4E9}" dt="2025-11-13T02:55:02.597" v="1606" actId="1076"/>
          <ac:picMkLst>
            <pc:docMk/>
            <pc:sldMk cId="3207664197" sldId="357"/>
            <ac:picMk id="5" creationId="{3B2D35EB-5ACA-CF0F-8C4D-7CFCE8CEABCC}"/>
          </ac:picMkLst>
        </pc:picChg>
        <pc:picChg chg="del">
          <ac:chgData name="Nawaal Fatima" userId="273c52e4-34a5-484d-bce1-839df0cb9e4b" providerId="ADAL" clId="{70061ACD-67AF-4674-B815-D2C9B1FEB4E9}" dt="2025-11-13T02:54:56.345" v="1602" actId="478"/>
          <ac:picMkLst>
            <pc:docMk/>
            <pc:sldMk cId="3207664197" sldId="357"/>
            <ac:picMk id="6" creationId="{674BB3BE-47DE-2C5C-0CD0-7218CC150960}"/>
          </ac:picMkLst>
        </pc:picChg>
        <pc:picChg chg="add mod">
          <ac:chgData name="Nawaal Fatima" userId="273c52e4-34a5-484d-bce1-839df0cb9e4b" providerId="ADAL" clId="{70061ACD-67AF-4674-B815-D2C9B1FEB4E9}" dt="2025-11-13T02:55:37.205" v="1612" actId="14100"/>
          <ac:picMkLst>
            <pc:docMk/>
            <pc:sldMk cId="3207664197" sldId="357"/>
            <ac:picMk id="8" creationId="{70F9935B-7793-05B7-00CA-63A097152CEC}"/>
          </ac:picMkLst>
        </pc:picChg>
        <pc:picChg chg="add mod">
          <ac:chgData name="Nawaal Fatima" userId="273c52e4-34a5-484d-bce1-839df0cb9e4b" providerId="ADAL" clId="{70061ACD-67AF-4674-B815-D2C9B1FEB4E9}" dt="2025-11-13T02:55:58.242" v="1617" actId="1076"/>
          <ac:picMkLst>
            <pc:docMk/>
            <pc:sldMk cId="3207664197" sldId="357"/>
            <ac:picMk id="10" creationId="{D42B7A51-C1F3-96C6-8B63-FD4FE8D482FE}"/>
          </ac:picMkLst>
        </pc:picChg>
      </pc:sldChg>
      <pc:sldMasterChg chg="delSldLayout">
        <pc:chgData name="Nawaal Fatima" userId="273c52e4-34a5-484d-bce1-839df0cb9e4b" providerId="ADAL" clId="{70061ACD-67AF-4674-B815-D2C9B1FEB4E9}" dt="2025-11-13T02:57:16.368" v="1649" actId="47"/>
        <pc:sldMasterMkLst>
          <pc:docMk/>
          <pc:sldMasterMk cId="0" sldId="2147483704"/>
        </pc:sldMasterMkLst>
        <pc:sldLayoutChg chg="del">
          <pc:chgData name="Nawaal Fatima" userId="273c52e4-34a5-484d-bce1-839df0cb9e4b" providerId="ADAL" clId="{70061ACD-67AF-4674-B815-D2C9B1FEB4E9}" dt="2025-11-13T02:57:16.368" v="1649" actId="47"/>
          <pc:sldLayoutMkLst>
            <pc:docMk/>
            <pc:sldMasterMk cId="0" sldId="2147483704"/>
            <pc:sldLayoutMk cId="0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>
          <a:extLst>
            <a:ext uri="{FF2B5EF4-FFF2-40B4-BE49-F238E27FC236}">
              <a16:creationId xmlns:a16="http://schemas.microsoft.com/office/drawing/2014/main" id="{5B27E56E-49E8-EF4E-427C-6905F3A02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cd8a80d6bc_0_0:notes">
            <a:extLst>
              <a:ext uri="{FF2B5EF4-FFF2-40B4-BE49-F238E27FC236}">
                <a16:creationId xmlns:a16="http://schemas.microsoft.com/office/drawing/2014/main" id="{9115980D-2E30-31CA-577B-EA65B56F47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cd8a80d6bc_0_0:notes">
            <a:extLst>
              <a:ext uri="{FF2B5EF4-FFF2-40B4-BE49-F238E27FC236}">
                <a16:creationId xmlns:a16="http://schemas.microsoft.com/office/drawing/2014/main" id="{025F81B4-8F08-3267-B076-F27372340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7409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>
          <a:extLst>
            <a:ext uri="{FF2B5EF4-FFF2-40B4-BE49-F238E27FC236}">
              <a16:creationId xmlns:a16="http://schemas.microsoft.com/office/drawing/2014/main" id="{4D803BE2-9D7F-24BB-FA9C-D4D206715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cd8a80d6bc_0_0:notes">
            <a:extLst>
              <a:ext uri="{FF2B5EF4-FFF2-40B4-BE49-F238E27FC236}">
                <a16:creationId xmlns:a16="http://schemas.microsoft.com/office/drawing/2014/main" id="{8D6F728B-CD01-ABDF-087D-C5AB4F8C58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cd8a80d6bc_0_0:notes">
            <a:extLst>
              <a:ext uri="{FF2B5EF4-FFF2-40B4-BE49-F238E27FC236}">
                <a16:creationId xmlns:a16="http://schemas.microsoft.com/office/drawing/2014/main" id="{AE98755E-AFDB-937F-2C17-03A4D32C5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3945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SECTION_TITLE_AND_DESCRIPTION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8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64" r:id="rId5"/>
    <p:sldLayoutId id="2147483697" r:id="rId6"/>
    <p:sldLayoutId id="2147483698" r:id="rId7"/>
    <p:sldLayoutId id="2147483699" r:id="rId8"/>
    <p:sldLayoutId id="214748370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1039950" y="1143844"/>
            <a:ext cx="7064100" cy="16533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dirty="0"/>
              <a:t>System Verification and Validation (</a:t>
            </a:r>
            <a:r>
              <a:rPr lang="en-US" sz="3200" dirty="0" err="1"/>
              <a:t>VnV</a:t>
            </a:r>
            <a:r>
              <a:rPr lang="en-US" sz="3200" dirty="0"/>
              <a:t>) Plan for Bridging Gaps: AI for Diagram Accessibility</a:t>
            </a:r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1039950" y="2938458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Team 22, Reading4All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</a:t>
            </a:r>
            <a:r>
              <a:rPr lang="en" dirty="0"/>
              <a:t>rief Overview:</a:t>
            </a:r>
            <a:endParaRPr dirty="0"/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600" dirty="0"/>
              <a:t>Goal for a </a:t>
            </a:r>
            <a:r>
              <a:rPr lang="en-US" sz="1600" dirty="0" err="1"/>
              <a:t>VnV</a:t>
            </a:r>
            <a:r>
              <a:rPr lang="en-US" sz="1600" dirty="0"/>
              <a:t> Plan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600" dirty="0"/>
              <a:t>Out of Scope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600" dirty="0"/>
              <a:t>Challenge Level &amp; Extras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600" dirty="0"/>
              <a:t>Verification and Validation Roles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600" dirty="0"/>
              <a:t>System Tests – Example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600" dirty="0"/>
              <a:t>Upcoming</a:t>
            </a:r>
            <a:r>
              <a:rPr lang="en-US" dirty="0"/>
              <a:t> </a:t>
            </a:r>
            <a:r>
              <a:rPr lang="en-US" sz="1600" dirty="0"/>
              <a:t>Deadlines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>
            <a:spLocks noGrp="1"/>
          </p:cNvSpPr>
          <p:nvPr>
            <p:ph type="subTitle" idx="1"/>
          </p:nvPr>
        </p:nvSpPr>
        <p:spPr>
          <a:xfrm>
            <a:off x="713225" y="1146464"/>
            <a:ext cx="6682487" cy="30930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ctr">
              <a:lnSpc>
                <a:spcPct val="150000"/>
              </a:lnSpc>
              <a:buNone/>
            </a:pPr>
            <a:r>
              <a:rPr lang="en-US" sz="1600" i="1" dirty="0"/>
              <a:t>“Build the right system, build the system right”</a:t>
            </a:r>
            <a:endParaRPr lang="en-US" i="1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Verify accuracy, accessibility, and usability of the Reading4All system.</a:t>
            </a:r>
          </a:p>
          <a:p>
            <a:pPr>
              <a:lnSpc>
                <a:spcPct val="150000"/>
              </a:lnSpc>
            </a:pPr>
            <a:r>
              <a:rPr lang="en-US" dirty="0"/>
              <a:t>Validate alt text is contextually correct and comprehensive.</a:t>
            </a:r>
          </a:p>
          <a:p>
            <a:pPr>
              <a:lnSpc>
                <a:spcPct val="150000"/>
              </a:lnSpc>
            </a:pPr>
            <a:r>
              <a:rPr lang="en-US" dirty="0"/>
              <a:t>Ensure interface accessibility for all users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Especially those using screen readers or assistive technologies</a:t>
            </a:r>
          </a:p>
          <a:p>
            <a:pPr>
              <a:lnSpc>
                <a:spcPct val="150000"/>
              </a:lnSpc>
            </a:pPr>
            <a:r>
              <a:rPr lang="en-US" dirty="0"/>
              <a:t>Confirm secondary features (editing, history, downloads) function properly.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marL="114300" indent="0">
              <a:lnSpc>
                <a:spcPct val="150000"/>
              </a:lnSpc>
              <a:buNone/>
            </a:pPr>
            <a:endParaRPr lang="en-US" dirty="0"/>
          </a:p>
          <a:p>
            <a:pPr marL="596900" lvl="1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553" name="Google Shape;553;p6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Goal of a VnV Plan: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>
          <a:extLst>
            <a:ext uri="{FF2B5EF4-FFF2-40B4-BE49-F238E27FC236}">
              <a16:creationId xmlns:a16="http://schemas.microsoft.com/office/drawing/2014/main" id="{B170ECFF-C9D3-5F55-6E20-5E964F1D7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>
            <a:extLst>
              <a:ext uri="{FF2B5EF4-FFF2-40B4-BE49-F238E27FC236}">
                <a16:creationId xmlns:a16="http://schemas.microsoft.com/office/drawing/2014/main" id="{A3FD8FD5-E395-D612-EC12-31667D7490F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84032" y="1187708"/>
            <a:ext cx="7364018" cy="11950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dirty="0"/>
              <a:t>Assume the following tools are stable:</a:t>
            </a:r>
          </a:p>
          <a:p>
            <a:pPr>
              <a:lnSpc>
                <a:spcPct val="150000"/>
              </a:lnSpc>
            </a:pPr>
            <a:r>
              <a:rPr lang="en-US" dirty="0"/>
              <a:t>External libraries (</a:t>
            </a:r>
            <a:r>
              <a:rPr lang="en-US" dirty="0" err="1"/>
              <a:t>PyTorch</a:t>
            </a:r>
            <a:r>
              <a:rPr lang="en-US" dirty="0"/>
              <a:t>, TensorFlow, etc.)</a:t>
            </a:r>
          </a:p>
          <a:p>
            <a:pPr>
              <a:lnSpc>
                <a:spcPct val="150000"/>
              </a:lnSpc>
            </a:pPr>
            <a:r>
              <a:rPr lang="en-US" dirty="0"/>
              <a:t>McMaster SSO authentication (handled by university)</a:t>
            </a:r>
          </a:p>
          <a:p>
            <a:pPr marL="11430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553" name="Google Shape;553;p66">
            <a:extLst>
              <a:ext uri="{FF2B5EF4-FFF2-40B4-BE49-F238E27FC236}">
                <a16:creationId xmlns:a16="http://schemas.microsoft.com/office/drawing/2014/main" id="{3B4582C5-D678-D0B1-7E00-4F3214252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2548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 of Scope for a VnV Plan: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050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>
          <a:extLst>
            <a:ext uri="{FF2B5EF4-FFF2-40B4-BE49-F238E27FC236}">
              <a16:creationId xmlns:a16="http://schemas.microsoft.com/office/drawing/2014/main" id="{0B2F59C6-A909-47A6-4C00-8B388CD5A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2;p66">
            <a:extLst>
              <a:ext uri="{FF2B5EF4-FFF2-40B4-BE49-F238E27FC236}">
                <a16:creationId xmlns:a16="http://schemas.microsoft.com/office/drawing/2014/main" id="{B4376F1B-FE25-1F48-5F18-4BA7CCB13D48}"/>
              </a:ext>
            </a:extLst>
          </p:cNvPr>
          <p:cNvSpPr txBox="1">
            <a:spLocks/>
          </p:cNvSpPr>
          <p:nvPr/>
        </p:nvSpPr>
        <p:spPr>
          <a:xfrm>
            <a:off x="711949" y="1296679"/>
            <a:ext cx="7112751" cy="202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/>
              <a:t>Level: General</a:t>
            </a:r>
          </a:p>
          <a:p>
            <a:pPr>
              <a:lnSpc>
                <a:spcPct val="150000"/>
              </a:lnSpc>
            </a:pPr>
            <a:r>
              <a:rPr lang="en-US" dirty="0"/>
              <a:t>Extras: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Norman’s Principles Report – evaluates usability &amp; accessibility design.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User Manual – comprehensive guide for end users.</a:t>
            </a:r>
          </a:p>
        </p:txBody>
      </p:sp>
      <p:sp>
        <p:nvSpPr>
          <p:cNvPr id="3" name="Google Shape;553;p66">
            <a:extLst>
              <a:ext uri="{FF2B5EF4-FFF2-40B4-BE49-F238E27FC236}">
                <a16:creationId xmlns:a16="http://schemas.microsoft.com/office/drawing/2014/main" id="{7F3F8455-5041-90B9-E0B1-C3268AAB0310}"/>
              </a:ext>
            </a:extLst>
          </p:cNvPr>
          <p:cNvSpPr txBox="1">
            <a:spLocks/>
          </p:cNvSpPr>
          <p:nvPr/>
        </p:nvSpPr>
        <p:spPr>
          <a:xfrm>
            <a:off x="541142" y="601234"/>
            <a:ext cx="5679900" cy="593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Challenge Level &amp; Extras</a:t>
            </a:r>
          </a:p>
        </p:txBody>
      </p:sp>
    </p:spTree>
    <p:extLst>
      <p:ext uri="{BB962C8B-B14F-4D97-AF65-F5344CB8AC3E}">
        <p14:creationId xmlns:p14="http://schemas.microsoft.com/office/powerpoint/2010/main" val="150059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777C9-AF09-BE48-D5C3-A2122E618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V&amp;V Team Roles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353218-8519-0EBC-E547-0E55D7F25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027099"/>
              </p:ext>
            </p:extLst>
          </p:nvPr>
        </p:nvGraphicFramePr>
        <p:xfrm>
          <a:off x="756652" y="1207274"/>
          <a:ext cx="7718424" cy="3413760"/>
        </p:xfrm>
        <a:graphic>
          <a:graphicData uri="http://schemas.openxmlformats.org/drawingml/2006/table">
            <a:tbl>
              <a:tblPr/>
              <a:tblGrid>
                <a:gridCol w="2572808">
                  <a:extLst>
                    <a:ext uri="{9D8B030D-6E8A-4147-A177-3AD203B41FA5}">
                      <a16:colId xmlns:a16="http://schemas.microsoft.com/office/drawing/2014/main" val="2654314001"/>
                    </a:ext>
                  </a:extLst>
                </a:gridCol>
                <a:gridCol w="2572808">
                  <a:extLst>
                    <a:ext uri="{9D8B030D-6E8A-4147-A177-3AD203B41FA5}">
                      <a16:colId xmlns:a16="http://schemas.microsoft.com/office/drawing/2014/main" val="4049295398"/>
                    </a:ext>
                  </a:extLst>
                </a:gridCol>
                <a:gridCol w="2572808">
                  <a:extLst>
                    <a:ext uri="{9D8B030D-6E8A-4147-A177-3AD203B41FA5}">
                      <a16:colId xmlns:a16="http://schemas.microsoft.com/office/drawing/2014/main" val="5849572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>
                          <a:latin typeface="Montserrat" panose="00000500000000000000" pitchFamily="2" charset="0"/>
                        </a:rPr>
                        <a:t>Member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>
                          <a:latin typeface="Montserrat" panose="00000500000000000000" pitchFamily="2" charset="0"/>
                        </a:rPr>
                        <a:t>Focus 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>
                          <a:latin typeface="Montserrat" panose="00000500000000000000" pitchFamily="2" charset="0"/>
                        </a:rPr>
                        <a:t>Responsibilities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378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latin typeface="Montserrat" panose="00000500000000000000" pitchFamily="2" charset="0"/>
                        </a:rPr>
                        <a:t>Moly &amp; Fiza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latin typeface="Montserrat" panose="00000500000000000000" pitchFamily="2" charset="0"/>
                        </a:rPr>
                        <a:t>Functional Requirements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Montserrat" panose="00000500000000000000" pitchFamily="2" charset="0"/>
                        </a:rPr>
                        <a:t>Verify &amp; manually test core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45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latin typeface="Montserrat" panose="00000500000000000000" pitchFamily="2" charset="0"/>
                        </a:rPr>
                        <a:t>Nawaal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latin typeface="Montserrat" panose="00000500000000000000" pitchFamily="2" charset="0"/>
                        </a:rPr>
                        <a:t>User Testing Lead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latin typeface="Montserrat" panose="00000500000000000000" pitchFamily="2" charset="0"/>
                        </a:rPr>
                        <a:t>Plan &amp; execute user sessions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463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latin typeface="Montserrat" panose="00000500000000000000" pitchFamily="2" charset="0"/>
                        </a:rPr>
                        <a:t>Casey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latin typeface="Montserrat" panose="00000500000000000000" pitchFamily="2" charset="0"/>
                        </a:rPr>
                        <a:t>Usability Lead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latin typeface="Montserrat" panose="00000500000000000000" pitchFamily="2" charset="0"/>
                        </a:rPr>
                        <a:t>Validate WCAG 2.1 &amp; usability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123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latin typeface="Montserrat" panose="00000500000000000000" pitchFamily="2" charset="0"/>
                        </a:rPr>
                        <a:t>Dhruv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latin typeface="Montserrat" panose="00000500000000000000" pitchFamily="2" charset="0"/>
                        </a:rPr>
                        <a:t>Performance &amp;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latin typeface="Montserrat" panose="00000500000000000000" pitchFamily="2" charset="0"/>
                        </a:rPr>
                        <a:t>Test performance &amp; reliability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019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latin typeface="Montserrat" panose="00000500000000000000" pitchFamily="2" charset="0"/>
                        </a:rPr>
                        <a:t>All Team Members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latin typeface="Montserrat" panose="00000500000000000000" pitchFamily="2" charset="0"/>
                        </a:rPr>
                        <a:t>Look &amp; Feel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latin typeface="Montserrat" panose="00000500000000000000" pitchFamily="2" charset="0"/>
                        </a:rPr>
                        <a:t>Validate design consistency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66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latin typeface="Montserrat" panose="00000500000000000000" pitchFamily="2" charset="0"/>
                        </a:rPr>
                        <a:t>Ms. Jing Sui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latin typeface="Montserrat" panose="00000500000000000000" pitchFamily="2" charset="0"/>
                        </a:rPr>
                        <a:t>Supervisor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Montserrat" panose="00000500000000000000" pitchFamily="2" charset="0"/>
                        </a:rPr>
                        <a:t>Review usability &amp; alt text quality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598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6654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6C056-774B-684D-71AD-C585F630D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 System Test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CE3CC2-72FD-C05A-B9D1-1A70234A1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42" y="1345209"/>
            <a:ext cx="6947415" cy="307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80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5CC06-AAA1-5CD2-070E-480D5A0C7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5471C-F734-0B99-5DA6-9D9710E84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6267932" cy="572700"/>
          </a:xfrm>
        </p:spPr>
        <p:txBody>
          <a:bodyPr/>
          <a:lstStyle/>
          <a:p>
            <a:r>
              <a:rPr lang="en-US" dirty="0"/>
              <a:t>Specific References from SRS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2D35EB-5ACA-CF0F-8C4D-7CFCE8CEA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75" y="1228965"/>
            <a:ext cx="4247355" cy="17740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F9935B-7793-05B7-00CA-63A097152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75" y="3080617"/>
            <a:ext cx="4247355" cy="17516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2B7A51-C1F3-96C6-8B63-FD4FE8D48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793" y="2096527"/>
            <a:ext cx="4247355" cy="130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664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CFB80-3754-115B-6B9D-FE88C8CC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Deadlines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1376CF-6635-981A-45A5-4A7332195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802" y="1183919"/>
            <a:ext cx="6140989" cy="3438954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A9B2A84F-936E-D597-0D17-760836878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4514" y="1638780"/>
            <a:ext cx="299175" cy="299175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6254270D-A7C4-92EE-D968-480B22DDE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1802" y="2070090"/>
            <a:ext cx="299175" cy="299175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0DCE1C72-CF49-70EE-0DBE-9FBC1947F6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1802" y="2460896"/>
            <a:ext cx="299175" cy="299175"/>
          </a:xfrm>
          <a:prstGeom prst="rect">
            <a:avLst/>
          </a:prstGeom>
        </p:spPr>
      </p:pic>
      <p:sp>
        <p:nvSpPr>
          <p:cNvPr id="3" name="Left Brace 2">
            <a:extLst>
              <a:ext uri="{FF2B5EF4-FFF2-40B4-BE49-F238E27FC236}">
                <a16:creationId xmlns:a16="http://schemas.microsoft.com/office/drawing/2014/main" id="{BD43F181-EEEA-5BFE-136E-EA0B0C0CCB96}"/>
              </a:ext>
            </a:extLst>
          </p:cNvPr>
          <p:cNvSpPr/>
          <p:nvPr/>
        </p:nvSpPr>
        <p:spPr>
          <a:xfrm>
            <a:off x="1728801" y="2785569"/>
            <a:ext cx="183738" cy="343398"/>
          </a:xfrm>
          <a:prstGeom prst="leftBrace">
            <a:avLst>
              <a:gd name="adj1" fmla="val 8333"/>
              <a:gd name="adj2" fmla="val 53383"/>
            </a:avLst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FE19D0-8B0F-1609-B406-98635CA78D9A}"/>
              </a:ext>
            </a:extLst>
          </p:cNvPr>
          <p:cNvSpPr txBox="1"/>
          <p:nvPr/>
        </p:nvSpPr>
        <p:spPr>
          <a:xfrm>
            <a:off x="535743" y="2655625"/>
            <a:ext cx="13767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Montserrat" panose="00000500000000000000" pitchFamily="2" charset="0"/>
              </a:rPr>
              <a:t>Working in parallel for now</a:t>
            </a:r>
          </a:p>
        </p:txBody>
      </p:sp>
    </p:spTree>
    <p:extLst>
      <p:ext uri="{BB962C8B-B14F-4D97-AF65-F5344CB8AC3E}">
        <p14:creationId xmlns:p14="http://schemas.microsoft.com/office/powerpoint/2010/main" val="1138510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C52BA3-FA80-BED0-5AF9-28688C614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9950" y="2350800"/>
            <a:ext cx="7064100" cy="441900"/>
          </a:xfrm>
        </p:spPr>
        <p:txBody>
          <a:bodyPr/>
          <a:lstStyle/>
          <a:p>
            <a:r>
              <a:rPr lang="en-US" dirty="0"/>
              <a:t>Thank you for listening!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42046008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257</Words>
  <Application>Microsoft Office PowerPoint</Application>
  <PresentationFormat>On-screen Show (16:9)</PresentationFormat>
  <Paragraphs>55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Montserrat</vt:lpstr>
      <vt:lpstr>Vidaloka</vt:lpstr>
      <vt:lpstr>Arial</vt:lpstr>
      <vt:lpstr>Lato</vt:lpstr>
      <vt:lpstr>Minimalist Business Slides XL by Slidesgo</vt:lpstr>
      <vt:lpstr>System Verification and Validation (VnV) Plan for Bridging Gaps: AI for Diagram Accessibility</vt:lpstr>
      <vt:lpstr>Brief Overview:</vt:lpstr>
      <vt:lpstr>Goal of a VnV Plan:</vt:lpstr>
      <vt:lpstr>Out of Scope for a VnV Plan:</vt:lpstr>
      <vt:lpstr>PowerPoint Presentation</vt:lpstr>
      <vt:lpstr>V&amp;V Team Roles</vt:lpstr>
      <vt:lpstr>Example of a System Test</vt:lpstr>
      <vt:lpstr>Specific References from SRS</vt:lpstr>
      <vt:lpstr>Upcoming Deadlines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Nawaal Fatima</cp:lastModifiedBy>
  <cp:revision>1</cp:revision>
  <dcterms:modified xsi:type="dcterms:W3CDTF">2025-11-13T03:16:02Z</dcterms:modified>
</cp:coreProperties>
</file>